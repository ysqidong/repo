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"/>
  </p:notesMasterIdLst>
  <p:sldIdLst>
    <p:sldId id="277" r:id="rId2"/>
    <p:sldId id="278" r:id="rId3"/>
    <p:sldId id="284" r:id="rId4"/>
    <p:sldId id="283" r:id="rId5"/>
    <p:sldId id="285" r:id="rId6"/>
    <p:sldId id="286" r:id="rId7"/>
    <p:sldId id="287" r:id="rId8"/>
    <p:sldId id="288" r:id="rId9"/>
    <p:sldId id="289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003"/>
    <p:restoredTop sz="94831"/>
  </p:normalViewPr>
  <p:slideViewPr>
    <p:cSldViewPr snapToGrid="0">
      <p:cViewPr varScale="1">
        <p:scale>
          <a:sx n="84" d="100"/>
          <a:sy n="84" d="100"/>
        </p:scale>
        <p:origin x="192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97B36C-6B38-D348-AB8D-265326A164BE}" type="datetimeFigureOut">
              <a:rPr kumimoji="1" lang="zh-CN" altLang="en-US" smtClean="0"/>
              <a:t>2025/5/25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0D4B0D-C964-B942-B75C-389972831EE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44275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189C4-6D5D-CEFF-ED88-DA349B547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F741ABF-1F59-BEF5-2FCD-A1D05EAA6F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0C39C2C-56A8-A596-7C22-4186A48809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5CD94E-C3AE-DE21-16C3-B2BD77A5D6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D4B0D-C964-B942-B75C-389972831EE7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98502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6AE0B-B5A5-E39B-370B-1D536A619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9F8A88E-0E0F-8797-404B-6F2A85F40F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F4B18EA-DB38-B5F1-219F-06D1F17C7F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128553-F4C3-6AAE-F1A8-D88877E7FD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D4B0D-C964-B942-B75C-389972831EE7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035590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F08A6-F890-6040-DC28-EF189F41A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D0B3CED-49F5-05BF-0D08-BB0FC39D01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14F7D9-5804-2190-1395-581C70D4D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198EB5-ECFF-638F-DCAC-CE1611D364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D4B0D-C964-B942-B75C-389972831EE7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883531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4AF0E-9B0B-4F37-F27E-180A12975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7C3DC59-8D33-EFE6-EAB3-9BDB789699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09CB455-7261-39D8-C7FD-717486EC53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ECFB48-6E55-542F-F888-0A618CAFC0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D4B0D-C964-B942-B75C-389972831EE7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533708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83CF2-EF1D-3E3C-944D-3021E661B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FCE8A21-5562-EB5E-472E-3F9E2EC67B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1686912-DCB7-0470-49DA-640790CACA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0A15CF-5355-1DA5-086C-AECAE81070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D4B0D-C964-B942-B75C-389972831EE7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57130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E3DE0-21C2-21BB-F861-0AC5CA5A2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22DFC0D-CA26-B27F-5E1A-20310AF4C9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011CA2B-78CB-C2DF-F0FE-87C926C527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5C1497-811C-AC43-F4A3-A33681CBCA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D4B0D-C964-B942-B75C-389972831EE7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9883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12F7F-9DBA-B863-52F4-162C79549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8E79CA1-5BEA-AB95-74F2-BA789D1F8E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728D7A4-D8B4-BB0A-8C66-9E6C0A372A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4CF073-6CB6-38F9-DA28-32CCE4DCA6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D4B0D-C964-B942-B75C-389972831EE7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826326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F67C1-435D-73EF-94DC-9B06F9D1E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D93DACF-6821-B646-7051-0E8CDFF0D7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86594AC-9040-52F5-4277-6FD4629503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2393E8-DBE8-D613-DE45-061DD9F406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D4B0D-C964-B942-B75C-389972831EE7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35990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33821-597E-4B4F-8572-5DA1CB183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950976"/>
            <a:ext cx="6509385" cy="3556730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38D70-8FF5-47D7-A0DD-087A227BC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572000"/>
            <a:ext cx="6481953" cy="1485900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5B485-516D-48B7-AF1D-69AEEA35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14DDB-2831-4FF8-9DA7-0449659D7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178F6-65BA-4964-80E2-DB6EA3355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541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A45AC-24E0-45A1-90C3-7BF96C3FC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018E1-7CA3-4B5E-9683-554FDFC63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5D32D-7150-4DF2-B992-A2B4F5605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03F0C-FCA3-464C-B6ED-864DB51E7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41006-DAE1-4326-B1AE-FD527A653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482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B84-BE32-464A-A765-975C21B5C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923" y="952500"/>
            <a:ext cx="6678695" cy="3962398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145C2-97CF-4887-904A-8ADC80525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3860" y="952501"/>
            <a:ext cx="3500440" cy="39623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24559-DA32-4398-A8EE-EED2469D6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67BE1-F1AC-4732-B52E-1C7D63DEF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13C03-DDF0-48C6-B1BF-D28875F82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03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6F411-42B3-4A17-BE7E-861BE7E7D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E0603-F4C0-40AC-A53E-40449D53D7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BC5634-2887-4182-A9BE-B382357D4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928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B6E74-28E1-4684-B515-4265ED7B1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375EA-A8F8-485D-A82F-CD85D4C9E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9E4B0-F5E3-407F-A548-B616E774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729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161A-7627-4D64-AF08-10D702AFE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59" y="950976"/>
            <a:ext cx="10802729" cy="8817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B6884-07D8-4CC4-BE99-516F1433B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2918" y="1832772"/>
            <a:ext cx="5281507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82C638-B5A8-4F8C-85AE-33BEAF54C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8640" y="2600531"/>
            <a:ext cx="528150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0D1933-A703-4BDC-A697-728E899EED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927" y="1832772"/>
            <a:ext cx="5283202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25DBD-4D51-4A2D-B1E4-6D094CD1E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927" y="2600531"/>
            <a:ext cx="52832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2636E2-E26E-42F7-9E05-3F756C7D1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7281B-0E5C-421E-AFFE-775F57C5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83462-E410-4DC7-AE53-27AABECF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609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CFA68-31B5-48C5-929A-842FDF0FD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2600-419E-46E9-946F-FBDEDBA1D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5F9A9-98FF-4653-A570-9F351A1AB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44457-95F1-4B15-A647-B14F91F7A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863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9EABA-1008-4E49-9184-3A946ECD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5C3BD0-269D-4127-B5F7-84B0D8A7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23447-C740-4495-93EC-7252B1B92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379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D1155-71E7-4F0A-BB62-933743CF6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52500"/>
            <a:ext cx="4124084" cy="2362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B6D44-5A1E-4176-8766-4B81E045D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0700" y="952500"/>
            <a:ext cx="5934074" cy="49085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10EC6-11DD-4B5D-A2D2-4DCF73E583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DFCDF-666E-4DB4-A1C0-79D40A00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A69AC-15E6-4B19-A59D-DBDBE923D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9F0EE-74DE-4FEC-81E9-E40D53397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652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3CA4F-6508-4AD6-8367-A0288D888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952500"/>
            <a:ext cx="4124084" cy="239791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06BFCD-2F93-4D99-89EA-F0359FB782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2119" y="987425"/>
            <a:ext cx="602218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4C1F7-1272-41C8-8C29-676316D02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DD491-0FE6-4B42-AAA6-B698E46F1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8F83F-4E9F-4607-A69B-DFC932560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24484-C6E4-4D8A-BDAB-09B1FBB43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125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07F1B-6F93-4E6E-8C8C-D01A9DEB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7D2968-FE85-492F-A77B-1771F4EAA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8641" y="2028826"/>
            <a:ext cx="11094348" cy="402907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92DA2-B1FB-45C6-B10C-141AC2BFB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A6D78-CE47-4CA7-B3B6-AFAE5175F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DC5C0-8780-4819-A8FC-32A0141D2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654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B8F9A8-05F2-4F79-B689-1FA2F3196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472612" y="952499"/>
            <a:ext cx="2207417" cy="51054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D615BC-61CD-4D59-8E85-B59072E2B2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7924" y="952499"/>
            <a:ext cx="8914688" cy="51054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81C46-8CC0-4B79-AF2E-84C86C6A8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76817-4D29-4888-B68C-A35F5A069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0B21A-30A9-4173-9E3F-D985B86A3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443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90E843-90BA-4A7D-8F9F-FFE49387A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9" y="950976"/>
            <a:ext cx="10995659" cy="10778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7CA62-9B55-49B4-94B6-EAAF7D5AE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1" y="2028826"/>
            <a:ext cx="10995660" cy="4029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CEA03-AAFA-4A69-A3DA-1DD0EF273F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88729" y="6449535"/>
            <a:ext cx="2983095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5/25/25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97F43-1ECB-4FC2-863E-26CEE24A00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7924" y="1737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7F9D8-4B2E-4871-B2AE-EFC06BE23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10710" y="6449535"/>
            <a:ext cx="932279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2919E4-C488-4107-9EF1-66152F848008}"/>
              </a:ext>
            </a:extLst>
          </p:cNvPr>
          <p:cNvCxnSpPr>
            <a:cxnSpLocks/>
          </p:cNvCxnSpPr>
          <p:nvPr/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F79732-4088-424C-A653-4534E4389443}"/>
              </a:ext>
            </a:extLst>
          </p:cNvPr>
          <p:cNvCxnSpPr>
            <a:cxnSpLocks/>
          </p:cNvCxnSpPr>
          <p:nvPr/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1904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50CE0-A80F-7B3E-E450-DE3802F03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EDA683-79F4-EA0D-F9AD-08CDCAC3E5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931" b="13819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4F8AFC3-B062-749E-479A-6810AAD36B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1" y="952500"/>
            <a:ext cx="9603888" cy="1535114"/>
          </a:xfrm>
        </p:spPr>
        <p:txBody>
          <a:bodyPr>
            <a:noAutofit/>
          </a:bodyPr>
          <a:lstStyle/>
          <a:p>
            <a:br>
              <a:rPr kumimoji="1" lang="en-US" altLang="zh-CN" sz="6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kumimoji="1" lang="en-US" altLang="zh-CN" sz="6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Docker</a:t>
            </a:r>
            <a:endParaRPr kumimoji="1" lang="zh-CN" altLang="en-US" sz="60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8681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013C6-0244-2E4F-A323-2DD644142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6992E-A249-E0CB-28BD-64B57C492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docker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990947-CE35-E233-14F2-6BC00CFC0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5"/>
            <a:ext cx="6143989" cy="4319723"/>
          </a:xfrm>
        </p:spPr>
        <p:txBody>
          <a:bodyPr>
            <a:normAutofit/>
          </a:bodyPr>
          <a:lstStyle/>
          <a:p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一个开源的应用</a:t>
            </a:r>
            <a:r>
              <a:rPr kumimoji="1"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容器引擎</a:t>
            </a:r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，它提供了一种轻量级、可移植的方式来构建、发布和运行应用程序。</a:t>
            </a:r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竞品：</a:t>
            </a:r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kumimoji="1" lang="en-US" altLang="zh-CN" sz="22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podman</a:t>
            </a:r>
            <a:endParaRPr kumimoji="1" lang="en-US" altLang="zh-CN" sz="2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kumimoji="1" lang="en-US" altLang="zh-CN" sz="22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containerd</a:t>
            </a:r>
            <a:endParaRPr kumimoji="1" lang="en-US" altLang="zh-CN" sz="2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endParaRPr kumimoji="1" lang="en-US" altLang="zh-CN" sz="2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6" name="图像" descr="图像">
            <a:extLst>
              <a:ext uri="{FF2B5EF4-FFF2-40B4-BE49-F238E27FC236}">
                <a16:creationId xmlns:a16="http://schemas.microsoft.com/office/drawing/2014/main" id="{80A526E2-B6BE-DE4D-8A3C-EEA811027A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0385" y="3106674"/>
            <a:ext cx="5517906" cy="290416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15370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43254-249F-8EAB-6708-526DB6FDA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227F94-026A-9CB2-71FF-7CC458018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docker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86357E-C6EF-8BCB-7042-9EFE4CA70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5"/>
            <a:ext cx="6143989" cy="4319723"/>
          </a:xfrm>
        </p:spPr>
        <p:txBody>
          <a:bodyPr>
            <a:normAutofit/>
          </a:bodyPr>
          <a:lstStyle/>
          <a:p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一个开源的应用</a:t>
            </a:r>
            <a:r>
              <a:rPr kumimoji="1"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容器引擎</a:t>
            </a:r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，它提供了一种轻量级、可移植的方式来构建、发布和运行应用程序。</a:t>
            </a:r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1.</a:t>
            </a:r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不是虚拟机</a:t>
            </a:r>
            <a:endParaRPr kumimoji="1" lang="en-US" altLang="zh-CN" sz="24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区分架构</a:t>
            </a:r>
            <a:r>
              <a:rPr kumimoji="1" lang="en-US" altLang="zh-CN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——x86-64</a:t>
            </a:r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、</a:t>
            </a:r>
            <a:r>
              <a:rPr kumimoji="1" lang="en-US" altLang="zh-CN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arm64</a:t>
            </a:r>
          </a:p>
          <a:p>
            <a:pPr lvl="2"/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性能损耗小</a:t>
            </a:r>
            <a:endParaRPr kumimoji="1" lang="en-US" altLang="zh-CN" sz="20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CB9357FA-F4E4-B06D-9A5F-B8272B132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679" y="2656534"/>
            <a:ext cx="4597680" cy="325049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2DE6A9C-2283-9112-9C9C-162E66E99736}"/>
              </a:ext>
            </a:extLst>
          </p:cNvPr>
          <p:cNvSpPr/>
          <p:nvPr/>
        </p:nvSpPr>
        <p:spPr>
          <a:xfrm>
            <a:off x="8823818" y="3700643"/>
            <a:ext cx="1171081" cy="40145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541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609C6-31A2-5DA8-78EC-110562954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8F9736-1B06-2A66-FCBF-5292C98AB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docker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AF51FD-2633-A253-E393-54A19DE85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5"/>
            <a:ext cx="6143989" cy="4319723"/>
          </a:xfrm>
        </p:spPr>
        <p:txBody>
          <a:bodyPr>
            <a:normAutofit/>
          </a:bodyPr>
          <a:lstStyle/>
          <a:p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一个开源的应用</a:t>
            </a:r>
            <a:r>
              <a:rPr kumimoji="1"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容器引擎</a:t>
            </a:r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，它提供了一种轻量级、可移植的方式来构建、发布和运行应用程序。</a:t>
            </a:r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1.</a:t>
            </a:r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 不是虚拟机</a:t>
            </a:r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2.</a:t>
            </a:r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类似于</a:t>
            </a:r>
            <a:r>
              <a:rPr kumimoji="1" lang="en-US" altLang="zh-CN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app</a:t>
            </a:r>
          </a:p>
          <a:p>
            <a:pPr lvl="2"/>
            <a:r>
              <a:rPr kumimoji="1"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沙箱机制</a:t>
            </a:r>
            <a:endParaRPr kumimoji="1" lang="en-US" altLang="zh-CN" sz="24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4B12F27-03EB-7F3B-7018-484329A7F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2630" y="1957876"/>
            <a:ext cx="5262105" cy="394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970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33434-4926-6019-DE79-1C36690AF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6F6436-4D53-610C-678E-CCDC665A1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docker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54FE45-E03B-3D40-2BDB-7869F9485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5"/>
            <a:ext cx="6143989" cy="4319723"/>
          </a:xfrm>
        </p:spPr>
        <p:txBody>
          <a:bodyPr>
            <a:normAutofit/>
          </a:bodyPr>
          <a:lstStyle/>
          <a:p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一个开源的应用</a:t>
            </a:r>
            <a:r>
              <a:rPr kumimoji="1"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容器引擎</a:t>
            </a:r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，它提供了一种轻量级、可移植的方式来构建、发布和运行应用程序。</a:t>
            </a:r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1.</a:t>
            </a:r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 不是虚拟机</a:t>
            </a:r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2.</a:t>
            </a:r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 类似于</a:t>
            </a:r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app</a:t>
            </a:r>
          </a:p>
          <a:p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3.</a:t>
            </a:r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kumimoji="1"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环境高度一致</a:t>
            </a:r>
            <a:endParaRPr kumimoji="1" lang="en-US" altLang="zh-CN" sz="24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6" name="图像" descr="图像">
            <a:extLst>
              <a:ext uri="{FF2B5EF4-FFF2-40B4-BE49-F238E27FC236}">
                <a16:creationId xmlns:a16="http://schemas.microsoft.com/office/drawing/2014/main" id="{4966FEE7-65CD-F31F-E855-DF2B025B7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429000"/>
            <a:ext cx="5209759" cy="125084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78052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5A3BE-E2DA-76FC-1154-452A89C73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243617-376B-3498-4A8B-B4713B05E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docker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的核心概念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72D7D3-3B83-24EF-4D83-15893D46E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5"/>
            <a:ext cx="6143989" cy="4319723"/>
          </a:xfrm>
        </p:spPr>
        <p:txBody>
          <a:bodyPr>
            <a:norm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镜像：</a:t>
            </a:r>
            <a:endParaRPr kumimoji="1" lang="en-US" altLang="zh-CN" sz="24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kumimoji="1" lang="zh-CN" altLang="en-US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包含了运行应用程序所需的所有</a:t>
            </a:r>
            <a:r>
              <a:rPr kumimoji="1" lang="zh-CN" altLang="en-US" sz="22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代码、运行时、库、环境变量和依赖项</a:t>
            </a:r>
            <a:r>
              <a:rPr kumimoji="1" lang="zh-CN" altLang="en-US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。可以看作是一个只读的模板，用于创建和运行容器实例。</a:t>
            </a:r>
            <a:endParaRPr kumimoji="1" lang="en-US" altLang="zh-CN" sz="2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endParaRPr kumimoji="1" lang="en-US" altLang="zh-CN" sz="2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kumimoji="1" lang="zh-CN" altLang="en-US" sz="22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类似于安装包</a:t>
            </a:r>
            <a:endParaRPr kumimoji="1" lang="en-US" altLang="zh-CN" sz="22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kumimoji="1" lang="zh-CN" altLang="en-US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可共享</a:t>
            </a:r>
            <a:endParaRPr kumimoji="1" lang="en-US" altLang="zh-CN" sz="2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kumimoji="1" lang="zh-CN" altLang="en-US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分层</a:t>
            </a:r>
            <a:endParaRPr kumimoji="1" lang="en-US" altLang="zh-CN" sz="2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kumimoji="1" lang="zh-CN" altLang="en-US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能够版本控制</a:t>
            </a:r>
            <a:endParaRPr kumimoji="1" lang="en-US" altLang="zh-CN" sz="2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5" name="图片 4" descr="形状&#10;&#10;中度可信度描述已自动生成">
            <a:extLst>
              <a:ext uri="{FF2B5EF4-FFF2-40B4-BE49-F238E27FC236}">
                <a16:creationId xmlns:a16="http://schemas.microsoft.com/office/drawing/2014/main" id="{18F8410E-8D79-F5C1-CB18-5949E44C4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0700" y="4033217"/>
            <a:ext cx="8945630" cy="187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332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DA108-8D00-91F4-9531-E31035E5D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04F311-1B3C-977A-02BF-52A233DE4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docker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的核心概念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297B56-9505-9558-AFD8-6DFCB3818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5"/>
            <a:ext cx="6143989" cy="4319723"/>
          </a:xfrm>
        </p:spPr>
        <p:txBody>
          <a:bodyPr>
            <a:normAutofit fontScale="92500"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容器：</a:t>
            </a:r>
            <a:endParaRPr kumimoji="1" lang="en-US" altLang="zh-CN" sz="24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kumimoji="1" lang="zh-CN" altLang="en-US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是镜像的一个运行实例，是一个隔离的进程环境，拥有独立的文件系统、网络等资源。容器是镜像的运行实体，用于实际运行应用程序。</a:t>
            </a:r>
            <a:endParaRPr kumimoji="1" lang="en-US" altLang="zh-CN" sz="2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endParaRPr kumimoji="1" lang="en-US" altLang="zh-CN" sz="2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kumimoji="1" lang="zh-CN" altLang="en-US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类似于</a:t>
            </a:r>
            <a:r>
              <a:rPr kumimoji="1" lang="en-US" altLang="zh-CN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app</a:t>
            </a:r>
          </a:p>
          <a:p>
            <a:pPr lvl="1"/>
            <a:r>
              <a:rPr kumimoji="1" lang="zh-CN" altLang="en-US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隔离性</a:t>
            </a:r>
            <a:endParaRPr kumimoji="1" lang="en-US" altLang="zh-CN" sz="2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kumimoji="1" lang="zh-CN" altLang="en-US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可扩展</a:t>
            </a:r>
            <a:endParaRPr kumimoji="1" lang="en-US" altLang="zh-CN" sz="2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kumimoji="1" lang="zh-CN" altLang="en-US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有全生命周期</a:t>
            </a:r>
            <a:r>
              <a:rPr kumimoji="1" lang="en-US" altLang="zh-CN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——create</a:t>
            </a:r>
            <a:r>
              <a:rPr kumimoji="1" lang="zh-CN" altLang="en-US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、</a:t>
            </a:r>
            <a:r>
              <a:rPr kumimoji="1" lang="en-US" altLang="zh-CN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running</a:t>
            </a:r>
            <a:r>
              <a:rPr kumimoji="1" lang="zh-CN" altLang="en-US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、</a:t>
            </a:r>
            <a:r>
              <a:rPr kumimoji="1" lang="en-US" altLang="zh-CN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stopped</a:t>
            </a:r>
            <a:r>
              <a:rPr kumimoji="1" lang="zh-CN" altLang="en-US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、</a:t>
            </a:r>
            <a:r>
              <a:rPr kumimoji="1" lang="en-US" altLang="zh-CN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pause</a:t>
            </a:r>
            <a:r>
              <a:rPr kumimoji="1" lang="zh-CN" altLang="en-US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、</a:t>
            </a:r>
            <a:r>
              <a:rPr kumimoji="1" lang="en-US" altLang="zh-CN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deleted</a:t>
            </a:r>
          </a:p>
        </p:txBody>
      </p:sp>
      <p:pic>
        <p:nvPicPr>
          <p:cNvPr id="1026" name="Picture 2" descr="How to list all running and stopped Docker containers">
            <a:extLst>
              <a:ext uri="{FF2B5EF4-FFF2-40B4-BE49-F238E27FC236}">
                <a16:creationId xmlns:a16="http://schemas.microsoft.com/office/drawing/2014/main" id="{A23D3B84-D48B-5340-F9C8-503FC73C2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5352" y="3287780"/>
            <a:ext cx="6315635" cy="207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9746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CA063-0FB9-F0F5-EF47-5D59A0BCF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FF96FB-4CD4-582E-F499-B8B57B7F6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docker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的核心概念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3C6B23-0036-FAE9-5DC9-14A9B09EF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5"/>
            <a:ext cx="6143989" cy="4319723"/>
          </a:xfrm>
        </p:spPr>
        <p:txBody>
          <a:bodyPr>
            <a:norm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仓库：</a:t>
            </a:r>
            <a:endParaRPr kumimoji="1" lang="en-US" altLang="zh-CN" sz="24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kumimoji="1" lang="zh-CN" altLang="en-US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集中存放镜像的地方，用于存储和分发</a:t>
            </a:r>
            <a:r>
              <a:rPr kumimoji="1" lang="en-US" altLang="zh-CN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Docker</a:t>
            </a:r>
            <a:r>
              <a:rPr kumimoji="1" lang="zh-CN" altLang="en-US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镜像</a:t>
            </a:r>
            <a:endParaRPr kumimoji="1" lang="en-US" altLang="zh-CN" sz="2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endParaRPr kumimoji="1" lang="en-US" altLang="zh-CN" sz="2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kumimoji="1" lang="zh-CN" altLang="en-US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公共：</a:t>
            </a:r>
            <a:endParaRPr kumimoji="1" lang="en-US" altLang="zh-CN" sz="2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en-US" altLang="zh-CN" sz="20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Dockerhub</a:t>
            </a:r>
            <a:r>
              <a:rPr kumimoji="1" lang="zh-CN" altLang="en-US" sz="2000" b="1" dirty="0">
                <a:latin typeface="SimHei" panose="02010609060101010101" pitchFamily="49" charset="-122"/>
                <a:ea typeface="SimHei" panose="02010609060101010101" pitchFamily="49" charset="-122"/>
              </a:rPr>
              <a:t>（需科学上网）</a:t>
            </a:r>
            <a:endParaRPr kumimoji="1" lang="en-US" altLang="zh-CN" sz="20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endParaRPr kumimoji="1" lang="en-US" altLang="zh-CN" sz="2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kumimoji="1" lang="zh-CN" altLang="en-US" sz="22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私有：</a:t>
            </a:r>
            <a:endParaRPr kumimoji="1" lang="en-US" altLang="zh-CN" sz="22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kumimoji="1" lang="zh-CN" altLang="en-US" sz="20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阿里云、私有云</a:t>
            </a:r>
            <a:endParaRPr kumimoji="1" lang="en-US" altLang="zh-CN" sz="20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endParaRPr kumimoji="1" lang="en-US" altLang="zh-CN" sz="2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endParaRPr kumimoji="1" lang="en-US" altLang="zh-CN" sz="2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5" name="图片 4" descr="图形用户界面, 应用程序&#10;&#10;描述已自动生成">
            <a:extLst>
              <a:ext uri="{FF2B5EF4-FFF2-40B4-BE49-F238E27FC236}">
                <a16:creationId xmlns:a16="http://schemas.microsoft.com/office/drawing/2014/main" id="{A5A92FB4-90E6-A815-F41F-669A74035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9233" y="2028825"/>
            <a:ext cx="5890407" cy="340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379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78188-5672-ACEE-325D-04169B05F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58B051-455F-3CE7-781A-DF4E28369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docker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的核心概念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D03711-123B-D65B-CF2B-19520B139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2028825"/>
            <a:ext cx="6143989" cy="4319723"/>
          </a:xfrm>
        </p:spPr>
        <p:txBody>
          <a:bodyPr>
            <a:normAutofit lnSpcReduction="10000"/>
          </a:bodyPr>
          <a:lstStyle/>
          <a:p>
            <a:r>
              <a:rPr kumimoji="1" lang="en-US" altLang="zh-CN" sz="2400" b="1" dirty="0" err="1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Dockerfile</a:t>
            </a:r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——</a:t>
            </a:r>
            <a:r>
              <a: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用于构建镜像</a:t>
            </a:r>
            <a:endParaRPr kumimoji="1"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kumimoji="1" lang="en-US" altLang="zh-CN" sz="24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kumimoji="1" lang="en-US" altLang="zh-CN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FROM</a:t>
            </a:r>
          </a:p>
          <a:p>
            <a:pPr lvl="1"/>
            <a:r>
              <a:rPr kumimoji="1" lang="en-US" altLang="zh-CN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COPY/ADD</a:t>
            </a:r>
          </a:p>
          <a:p>
            <a:pPr lvl="1"/>
            <a:r>
              <a:rPr kumimoji="1" lang="en-US" altLang="zh-CN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RUN</a:t>
            </a:r>
          </a:p>
          <a:p>
            <a:pPr lvl="1"/>
            <a:r>
              <a:rPr kumimoji="1" lang="en-US" altLang="zh-CN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WORKDIR</a:t>
            </a:r>
          </a:p>
          <a:p>
            <a:pPr lvl="1"/>
            <a:r>
              <a:rPr kumimoji="1" lang="en-US" altLang="zh-CN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CMD</a:t>
            </a:r>
          </a:p>
          <a:p>
            <a:pPr lvl="1"/>
            <a:r>
              <a:rPr kumimoji="1" lang="en-US" altLang="zh-CN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ENV</a:t>
            </a:r>
          </a:p>
          <a:p>
            <a:pPr lvl="1"/>
            <a:r>
              <a:rPr kumimoji="1" lang="en-US" altLang="zh-CN" sz="2200" b="1" dirty="0">
                <a:latin typeface="SimHei" panose="02010609060101010101" pitchFamily="49" charset="-122"/>
                <a:ea typeface="SimHei" panose="02010609060101010101" pitchFamily="49" charset="-122"/>
              </a:rPr>
              <a:t>……</a:t>
            </a:r>
          </a:p>
          <a:p>
            <a:pPr lvl="1"/>
            <a:endParaRPr kumimoji="1" lang="en-US" altLang="zh-CN" sz="2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FAE7A96A-A742-8AB1-10F5-42DA635F6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780" y="2458852"/>
            <a:ext cx="7042151" cy="4146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958999"/>
      </p:ext>
    </p:extLst>
  </p:cSld>
  <p:clrMapOvr>
    <a:masterClrMapping/>
  </p:clrMapOvr>
</p:sld>
</file>

<file path=ppt/theme/theme1.xml><?xml version="1.0" encoding="utf-8"?>
<a:theme xmlns:a="http://schemas.openxmlformats.org/drawingml/2006/main" name="TribuneVTI">
  <a:themeElements>
    <a:clrScheme name="AnalogousFromDarkSeedLeftStep">
      <a:dk1>
        <a:srgbClr val="000000"/>
      </a:dk1>
      <a:lt1>
        <a:srgbClr val="FFFFFF"/>
      </a:lt1>
      <a:dk2>
        <a:srgbClr val="1B2130"/>
      </a:dk2>
      <a:lt2>
        <a:srgbClr val="F0F3F2"/>
      </a:lt2>
      <a:accent1>
        <a:srgbClr val="D73864"/>
      </a:accent1>
      <a:accent2>
        <a:srgbClr val="C62794"/>
      </a:accent2>
      <a:accent3>
        <a:srgbClr val="C738D7"/>
      </a:accent3>
      <a:accent4>
        <a:srgbClr val="7327C6"/>
      </a:accent4>
      <a:accent5>
        <a:srgbClr val="4238D7"/>
      </a:accent5>
      <a:accent6>
        <a:srgbClr val="275FC6"/>
      </a:accent6>
      <a:hlink>
        <a:srgbClr val="7158C7"/>
      </a:hlink>
      <a:folHlink>
        <a:srgbClr val="7F7F7F"/>
      </a:folHlink>
    </a:clrScheme>
    <a:fontScheme name="Amasis-Univers">
      <a:majorFont>
        <a:latin typeface="Amasis MT Pro Medium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ibuneVTI" id="{4D84C650-59FC-4F6B-ADA6-B11C508FF6CE}" vid="{0E07EAE6-ACBC-4250-8522-FC108A45043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2294</TotalTime>
  <Words>349</Words>
  <Application>Microsoft Macintosh PowerPoint</Application>
  <PresentationFormat>宽屏</PresentationFormat>
  <Paragraphs>68</Paragraphs>
  <Slides>9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等线</vt:lpstr>
      <vt:lpstr>SimHei</vt:lpstr>
      <vt:lpstr>Microsoft YaHei</vt:lpstr>
      <vt:lpstr>Amasis MT Pro Medium</vt:lpstr>
      <vt:lpstr>Arial</vt:lpstr>
      <vt:lpstr>Univers Light</vt:lpstr>
      <vt:lpstr>TribuneVTI</vt:lpstr>
      <vt:lpstr> Docker</vt:lpstr>
      <vt:lpstr>docker</vt:lpstr>
      <vt:lpstr>docker</vt:lpstr>
      <vt:lpstr>docker</vt:lpstr>
      <vt:lpstr>docker</vt:lpstr>
      <vt:lpstr>docker的核心概念</vt:lpstr>
      <vt:lpstr>docker的核心概念</vt:lpstr>
      <vt:lpstr>docker的核心概念</vt:lpstr>
      <vt:lpstr>docker的核心概念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禺 刘</dc:creator>
  <cp:lastModifiedBy>禺 刘</cp:lastModifiedBy>
  <cp:revision>15</cp:revision>
  <dcterms:created xsi:type="dcterms:W3CDTF">2024-12-04T03:09:23Z</dcterms:created>
  <dcterms:modified xsi:type="dcterms:W3CDTF">2025-05-25T11:05:38Z</dcterms:modified>
</cp:coreProperties>
</file>