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352" r:id="rId2"/>
    <p:sldId id="357" r:id="rId3"/>
    <p:sldId id="353" r:id="rId4"/>
    <p:sldId id="358" r:id="rId5"/>
    <p:sldId id="359" r:id="rId6"/>
    <p:sldId id="361" r:id="rId7"/>
    <p:sldId id="360" r:id="rId8"/>
    <p:sldId id="362" r:id="rId9"/>
    <p:sldId id="363" r:id="rId10"/>
    <p:sldId id="364" r:id="rId11"/>
    <p:sldId id="367" r:id="rId12"/>
    <p:sldId id="366" r:id="rId13"/>
    <p:sldId id="368" r:id="rId14"/>
    <p:sldId id="381" r:id="rId15"/>
    <p:sldId id="382" r:id="rId16"/>
    <p:sldId id="369" r:id="rId17"/>
    <p:sldId id="371" r:id="rId18"/>
    <p:sldId id="383" r:id="rId19"/>
    <p:sldId id="370" r:id="rId20"/>
    <p:sldId id="378" r:id="rId21"/>
    <p:sldId id="380" r:id="rId22"/>
    <p:sldId id="372" r:id="rId23"/>
    <p:sldId id="375" r:id="rId24"/>
    <p:sldId id="373" r:id="rId25"/>
    <p:sldId id="377" r:id="rId26"/>
    <p:sldId id="391" r:id="rId27"/>
    <p:sldId id="392" r:id="rId28"/>
    <p:sldId id="390" r:id="rId29"/>
    <p:sldId id="376" r:id="rId30"/>
    <p:sldId id="384" r:id="rId31"/>
    <p:sldId id="385" r:id="rId32"/>
    <p:sldId id="386" r:id="rId33"/>
    <p:sldId id="387" r:id="rId34"/>
    <p:sldId id="388" r:id="rId35"/>
    <p:sldId id="389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124"/>
    <p:restoredTop sz="95424"/>
  </p:normalViewPr>
  <p:slideViewPr>
    <p:cSldViewPr snapToGrid="0">
      <p:cViewPr varScale="1">
        <p:scale>
          <a:sx n="92" d="100"/>
          <a:sy n="92" d="100"/>
        </p:scale>
        <p:origin x="19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A010A-3114-D84D-9C6B-499D723EA456}" type="datetimeFigureOut">
              <a:rPr kumimoji="1" lang="zh-CN" altLang="en-US" smtClean="0"/>
              <a:t>2025/4/5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FFA97-679F-8F4B-81CD-CAE110370F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710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4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8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2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0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4/5/25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0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31F16-6F0A-6807-BDCA-ADC39669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6A328-7059-B666-A642-4D07BAE2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find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758BA38-52FD-CE51-ADB9-CCEB0581A00F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C097C3C-77B2-2075-E677-B304249E626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67A7E-B763-E66A-AEFD-C07D60C03A4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查找某个文件（路径、软链接）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find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路径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–type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文件类型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988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AE7D-FA79-64FB-18BB-EFF62BEB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176AE-968E-25D0-081A-85685424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find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04C42A3-0039-7E0C-9BBF-5FC784BEE22F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4B2375E-405E-369A-99E2-E87EE4C88C97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B19AF5-CA0E-455D-EE07-EB75D15D05E0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：标准输入（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stdin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—— 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默认是键盘输入。</a:t>
            </a:r>
          </a:p>
          <a:p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：标准输出（</a:t>
            </a:r>
            <a:r>
              <a:rPr lang="en-US" altLang="zh-CN" sz="28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stdout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—— 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默认是终端屏幕输出。</a:t>
            </a:r>
          </a:p>
          <a:p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：标准错误（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stderr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—— 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默认也是终端屏幕输出。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find / -name "*.</a:t>
            </a:r>
            <a:r>
              <a:rPr lang="en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py</a:t>
            </a:r>
            <a:r>
              <a:rPr lang="en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" &gt; 1.txt 2&gt;&amp;1</a:t>
            </a:r>
          </a:p>
          <a:p>
            <a:endParaRPr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681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62488-9AAC-B1BE-CECB-1E001555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714B7-FE6A-6A7E-D7F4-ED570775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alias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4EDF8AA-F205-962A-E451-041A0C046C24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8565AFB-A9AE-0FCE-F161-B348E52B8ADA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DC1A7-1B74-64C2-7387-FCF781A5AE44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意思为“别名”“化名”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alias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别名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=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‘原始命令’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alias l=‘ls’</a:t>
            </a: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alias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ll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=‘ls –l’</a:t>
            </a:r>
          </a:p>
        </p:txBody>
      </p:sp>
    </p:spTree>
    <p:extLst>
      <p:ext uri="{BB962C8B-B14F-4D97-AF65-F5344CB8AC3E}">
        <p14:creationId xmlns:p14="http://schemas.microsoft.com/office/powerpoint/2010/main" val="2411359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1E5A-DE12-AA83-1B26-35C39F4E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3AF2C-DFA2-E05A-1875-C14C1784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alias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9560C5A-783C-1AAD-01F6-4C7ABB2E5A78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BA6C69E-C58F-56D9-7C51-EB2CE8D806A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E1D31-9571-4292-AF4E-70DC908ED29B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alias l=‘ls’</a:t>
            </a: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alias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ll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=‘ls –l’</a:t>
            </a: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退出重新进入服务器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5699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1752E-5F48-9380-1E96-033DBBFB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CD0A3-99F7-D740-162E-062ECF0DD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bashrc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F35CC16-1B73-D71A-029D-43B95A1C7A3A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EFF0601-BA43-5EDE-40AB-E8709D24F728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A3915-B029-4E1C-B83B-4F6124218E4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的配置文件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rc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-&gt; run commands</a:t>
            </a: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在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</a:t>
            </a:r>
            <a:r>
              <a:rPr lang="en-US" altLang="zh-CN" sz="28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bashrc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中记录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alias</a:t>
            </a:r>
          </a:p>
        </p:txBody>
      </p:sp>
    </p:spTree>
    <p:extLst>
      <p:ext uri="{BB962C8B-B14F-4D97-AF65-F5344CB8AC3E}">
        <p14:creationId xmlns:p14="http://schemas.microsoft.com/office/powerpoint/2010/main" val="2518056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C792B-BD08-DFB4-2533-0974C07F6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BD037-B722-EE29-6A3B-F52921E4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bashrc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CA3F0B3-9C8F-B330-63F8-8E7FC8C6978A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3620B72-22F2-75F3-81B8-645D9B406FAA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0ABE5-508B-DA5F-A6BD-5AD9EA3F9289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的配置文件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rc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-&gt; run commands</a:t>
            </a: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配置文件一般为隐藏文件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配置文件的位置决定了起效的范围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428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155B-2E3E-0ABE-BEBE-426A3E29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4B6D7-E753-4F07-EA18-54CCE1F5B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bashrc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BC649AF-4ECA-70B7-0E93-2C8B3365EE42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CBFE1D0-B3EB-DF2E-C3CD-AFCC7048CCAF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BBE540-E500-43C9-FAB0-08E0F51F9C70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非登录式配置文件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-&gt; .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bashrc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登录式配置文件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</a:t>
            </a:r>
            <a:r>
              <a:rPr lang="en-US" altLang="zh-CN" sz="24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bash_profile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</a:t>
            </a:r>
            <a:r>
              <a:rPr lang="en-US" altLang="zh-CN" sz="24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bash_login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.profile</a:t>
            </a:r>
            <a:endParaRPr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7752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9DB6-ABC8-D34C-37B5-E6587284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89718-E1F6-ED1C-8D28-47CBB829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bashrc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CC5A0A5-FBAA-0526-45E3-5E4974DCCE3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767AF0C-A784-9F9D-13EF-5B66DF58752E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3B1C8-EF73-5DA7-6700-871CF65B5AAF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为什么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bashrc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会生效？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9120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69C6-E7F9-0193-EB3E-1C0B2401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03D2D-ECEF-63F5-11EB-D0260C0F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bashrc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全局和用户配置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4465405-B157-7DE9-7561-EB103238256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A4E584F-E10B-EE77-BC2B-4D3003E8F09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3B508F-D161-D680-1528-EDFFC637AC4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全局配置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-&gt; /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etc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lang="en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etcetera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用户配置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./</a:t>
            </a:r>
          </a:p>
        </p:txBody>
      </p:sp>
    </p:spTree>
    <p:extLst>
      <p:ext uri="{BB962C8B-B14F-4D97-AF65-F5344CB8AC3E}">
        <p14:creationId xmlns:p14="http://schemas.microsoft.com/office/powerpoint/2010/main" val="2981647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2B35D-EEBE-E902-1794-62CD3870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86915-9DEC-959B-1E57-7C53CF7A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bashrc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搜索顺序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42A7863-E1AF-1ED7-F8B7-6D814D084449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E8FF6F6-FD98-789F-35A8-767578EA95B2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28E652-4AE9-5802-43EF-48E6DA86403D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登录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etc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/profile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-&gt; </a:t>
            </a:r>
            <a:r>
              <a:rPr lang="en-US" altLang="zh-CN" sz="2800" b="1" dirty="0">
                <a:solidFill>
                  <a:srgbClr val="FFC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solidFill>
                  <a:srgbClr val="FFC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etc</a:t>
            </a:r>
            <a:r>
              <a:rPr lang="en-US" altLang="zh-CN" sz="2800" b="1" dirty="0">
                <a:solidFill>
                  <a:srgbClr val="FFC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solidFill>
                  <a:srgbClr val="FFC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profile.d</a:t>
            </a:r>
            <a:r>
              <a:rPr lang="en-US" altLang="zh-CN" sz="2800" b="1" dirty="0">
                <a:solidFill>
                  <a:srgbClr val="FFC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/*.</a:t>
            </a:r>
            <a:r>
              <a:rPr lang="en-US" altLang="zh-CN" sz="2800" b="1" dirty="0" err="1">
                <a:solidFill>
                  <a:srgbClr val="FFC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sh</a:t>
            </a:r>
            <a:r>
              <a:rPr lang="en-US" altLang="zh-CN" sz="2800" b="1" dirty="0">
                <a:solidFill>
                  <a:srgbClr val="FFC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en-US" altLang="zh-CN" sz="2800" b="1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~/.</a:t>
            </a:r>
            <a:r>
              <a:rPr lang="en-US" altLang="zh-CN" sz="2800" b="1" dirty="0" err="1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bash_profile</a:t>
            </a:r>
            <a:r>
              <a:rPr lang="en-US" altLang="zh-CN" sz="2800" b="1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或 </a:t>
            </a:r>
            <a:r>
              <a:rPr lang="en-US" altLang="zh-CN" sz="2800" b="1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~/.</a:t>
            </a:r>
            <a:r>
              <a:rPr lang="en-US" altLang="zh-CN" sz="2800" b="1" dirty="0" err="1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bash_login</a:t>
            </a:r>
            <a:r>
              <a:rPr lang="en-US" altLang="zh-CN" sz="2800" b="1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或 </a:t>
            </a:r>
            <a:r>
              <a:rPr lang="en-US" altLang="zh-CN" sz="2800" b="1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~/.profile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en-US" altLang="zh-CN" sz="2800" b="1" dirty="0">
                <a:solidFill>
                  <a:srgbClr val="00B0F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~/.</a:t>
            </a:r>
            <a:r>
              <a:rPr lang="en-US" altLang="zh-CN" sz="2800" b="1" dirty="0" err="1">
                <a:solidFill>
                  <a:srgbClr val="00B0F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bash_logout</a:t>
            </a:r>
            <a:endParaRPr lang="zh-CN" altLang="en-US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非登录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etc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bash.bashrc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en-US" altLang="zh-CN" sz="2800" b="1" dirty="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~/.</a:t>
            </a:r>
            <a:r>
              <a:rPr lang="en-US" altLang="zh-CN" sz="2800" b="1" dirty="0" err="1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bashrc</a:t>
            </a:r>
            <a:endParaRPr lang="en-US" altLang="zh-CN" sz="2800" b="1" dirty="0">
              <a:solidFill>
                <a:srgbClr val="00B05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9355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CFFD2-FC9B-B9ED-341E-FE57717D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33D94-3FFE-55DF-8638-68C4A80FC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之下的重要路径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9BF24A3-2923-8014-CB6E-9764F1CF92E2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009875D-AFC5-DB11-CEBB-8000463467D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1EF32-F539-D1AE-FE89-D40CB5FA9BED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usr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		-&gt; Unix System Resources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系统资源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usr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/bin 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系统资源下的二进制文件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usr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/local/bin 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用户自己装的二进制文件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usr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sbin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	-&gt; root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才能用的二进制文件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6B897307-64D0-1A65-3E5F-3ECAB0789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90" y="1675543"/>
            <a:ext cx="11459555" cy="454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88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7352-65D9-4264-4286-440546ED2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A3525-75D0-84CF-4774-E574C022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之下的重要路径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2B968C7-96DB-3C76-C0A0-EDBB7504CF7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1C437E6-255B-6104-8231-0769DC14132E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88C6BB-7C8D-D1EB-CAB5-8F3039FFE32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usr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		-&gt; Unix System Resources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系统资源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usr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/bin 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系统资源下的二进制文件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usr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/local/bin 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用户自己装的二进制文件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usr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sbin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	-&gt; root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才能用的二进制文件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usr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/lib 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共享库文件（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.so)</a:t>
            </a: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3310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AA85-FF36-FD16-D93F-F9000BE8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8E429-76E6-E667-7012-05A95E10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之下的重要路径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5EE84E6-0387-B3FC-F0E6-622EAC33F1B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3885AC1-B218-537E-3B6D-45B7EF86161F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289FCB-5959-EA43-9D2F-347856EFD809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etc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	-&gt; </a:t>
            </a:r>
            <a:r>
              <a:rPr lang="en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etcetera </a:t>
            </a:r>
            <a:r>
              <a:rPr lang="zh-CN" altLang="e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放置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配置文件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etc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/passwd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用户信息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etc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/ssh</a:t>
            </a: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98DF45E-2E78-125C-91BC-F4F916C3E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79" y="3235642"/>
            <a:ext cx="10888492" cy="57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54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22AB5-83BA-7B09-04D0-4F8E1352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7EFAD-225B-A272-FD45-EABEE7CA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之下的重要路径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351DDF1-5187-6C8F-68F2-408959229B4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439CD86-7AA7-8EBB-608F-EA3A988D6CF2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C13C8F-3513-E539-8603-F0F8701ACD3D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修改信息后，可能无法立即生效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systemctl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restart</a:t>
            </a: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注销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，重新登录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source</a:t>
            </a: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2965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1339-A159-B357-D8BC-C065FD1DD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5B399-2419-C025-CDBC-BEF6C1A6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之下的重要路径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61D6328-47D7-E618-F814-E3ABCC7BF54A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430DBDF-4F40-050E-0186-F9C6D00033FD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CE2F8-C3A1-ECFB-085F-53ABAEBAA3AA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修改信息后，可能无法立即生效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systemctl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restart</a:t>
            </a: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穿黑色衣服的女人在打电话&#10;&#10;AI 生成的内容可能不正确。">
            <a:extLst>
              <a:ext uri="{FF2B5EF4-FFF2-40B4-BE49-F238E27FC236}">
                <a16:creationId xmlns:a16="http://schemas.microsoft.com/office/drawing/2014/main" id="{81E4CEC7-8D81-9DC7-AFA4-5624B658E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71626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10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96DDF-C8E1-7AFF-2EAE-644D254EE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490A7-64D8-F1ED-7DD4-EE6D63A03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之下的重要路径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58093FF-6352-2ADB-806E-FEB49827D7B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9BA6D27-2432-F14D-B090-E9368DA9A82B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3DDFFF-D159-88A6-7DC4-B0106F08EDC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/var 	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可变数据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/var/log 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系统日志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/var/cache 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系统缓存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4579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66E81-E6EC-4E8C-00DF-71A698354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D9639-E4BB-7DC8-4923-2042FE59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之下的重要路径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337B2ED-C444-85EF-7CA4-FFC2A85487ED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BC1D627-8C6F-C8C9-277B-E09A4CDD1CBF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1E29A6-81C3-F332-E48E-042798F8A70A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/dev 	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硬件设备和设备驱动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/dev/null 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黑洞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号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/dev/zero 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黑洞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号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用法：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、拆分标准输出和标准错误</a:t>
            </a:r>
            <a:endParaRPr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、使程序不要退出</a:t>
            </a:r>
            <a:endParaRPr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6651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940AC-0F02-EC29-7E53-067392E5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A3F2E-47B9-2BE8-DD10-CE03F462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之下的重要路径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7570246-D7B2-B2D2-23BF-503105B38A22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49CF46F-19F4-4FAE-379F-4A21E9D189C2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A50157-C435-203D-A596-A9FBABEF654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/dev 	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硬件设备和设备驱动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/dev/null 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黑洞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号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/dev/zero 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黑洞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号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用法：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、拆分标准输出和标准错误</a:t>
            </a:r>
            <a:endParaRPr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、使程序不要退出</a:t>
            </a:r>
            <a:endParaRPr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8" name="图片 7" descr="图片包含 形状&#10;&#10;AI 生成的内容可能不正确。">
            <a:extLst>
              <a:ext uri="{FF2B5EF4-FFF2-40B4-BE49-F238E27FC236}">
                <a16:creationId xmlns:a16="http://schemas.microsoft.com/office/drawing/2014/main" id="{A86036EF-3AC2-B39E-6709-ADFC66BD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909" y="381000"/>
            <a:ext cx="4643466" cy="588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66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6A343-1A5B-80AB-6205-073AAD39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73CE9-DE61-92AE-B2F5-5C1450A1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之下的重要路径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1BB9793-3758-BDF0-45D2-88D5154ADDC5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628C44F-A45D-61D8-568A-7F8A4645ADA6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F2C4DF-2FCE-CF85-F9FD-47E86F93070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tmp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临时文件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通常在服务器重启的时候会被清空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/boot 		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系统启动的引导文件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7976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C1F9-F7EE-74BB-B351-9B03D3C7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3138C-77F1-A0AD-2108-C3F990A9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环境路径与环境变量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E93F801-E731-4544-0738-34EA29B8D00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B3E1465-B155-4FBD-E975-F9F46B159EC3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BF3BE-F9A4-80C9-A1C6-36212B41D8F6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PATH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记录在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PATH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中的命令可以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直接执行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环境变量可以在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和程序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中调用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环境变量一般大写（非强制）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echo $PWD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echo $HOME</a:t>
            </a: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8438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50F4E-0E5A-1AD5-6662-6BE21EC5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52FC3-88DE-740E-E450-549E3EB1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环境路径与环境变量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25D9D35-EB16-7915-509A-B941AC303A9A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5B82CD0-445F-9651-BB5A-4B70F3E4FE0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FD74F9-BFFA-D502-89F6-20933332FF0A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export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xxx=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xxxxxx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 临时设置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如何永久设置？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如何在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中使用环境变量？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4996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CED4A-C8C5-2A00-B6A1-FE4E62E5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39BD5-29FE-74BE-0C35-6E9348563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软件安装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BB577EC-E775-16E8-716C-803C6385D847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9C3F11D-03A6-10AD-8205-A24B52F78665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B8F0F-365D-BDE8-8DEC-47D05822CBE1}"/>
              </a:ext>
            </a:extLst>
          </p:cNvPr>
          <p:cNvSpPr txBox="1">
            <a:spLocks/>
          </p:cNvSpPr>
          <p:nvPr/>
        </p:nvSpPr>
        <p:spPr>
          <a:xfrm>
            <a:off x="741679" y="1800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系统包管理工具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apt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rpm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dnf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yum</a:t>
            </a: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换源</a:t>
            </a:r>
            <a:endParaRPr lang="en-US" altLang="zh-CN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apt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update</a:t>
            </a:r>
          </a:p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apt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upgrade</a:t>
            </a:r>
          </a:p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apt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换源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apt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install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htop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8177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693B-60AF-7253-DC62-61548A14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193C3-6D81-805B-84C4-60851967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软件安装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8C0AD43-BD75-4D44-5126-584B42E744C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246890A-C07B-2366-F6BA-33C93917A65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7ADAA6-EE16-DBFC-664B-1C10D53D3F43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语言包管理工具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pip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node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cargo</a:t>
            </a: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install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thefuck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3258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F52F4-E467-7C2A-CC1E-00742E5C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1DD79-D971-B0E0-C7F6-3ED89AC7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软件安装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A4830CA-59BB-07BC-51D8-AC3A1DCD11B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606ADBB-7B99-CB9E-B6F0-87DB2E31BF31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498028-2105-FB83-A48D-17BCBA7C603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安装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安装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conda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 descr="日程表&#10;&#10;AI 生成的内容可能不正确。">
            <a:extLst>
              <a:ext uri="{FF2B5EF4-FFF2-40B4-BE49-F238E27FC236}">
                <a16:creationId xmlns:a16="http://schemas.microsoft.com/office/drawing/2014/main" id="{4B0FADA4-B42D-CFF0-6F15-1D72F6FB9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1" y="1571626"/>
            <a:ext cx="77470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70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0D52E-F2A9-716C-3A13-B6368162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0EE42-B1E9-4255-7009-B7DE9C3E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软件安装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C02F5B5-8EE1-F54A-91F5-68507EC7101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C9813C0-A6C8-DB3C-E078-2BCEC5B842A0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2C0137-D2DD-61C9-5B37-5E1C85D3FE43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二进制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区分架构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常见架构：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X86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AMD64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X86-64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ARM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RISC-V</a:t>
            </a:r>
          </a:p>
          <a:p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4453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305F2-1E8F-219B-0DE0-2E56360A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EC1B5-F531-098A-D689-A4C0AF34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软件安装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4E2589A-F395-6D1B-3405-B4153A74F89A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1C11E80-64F3-DEA8-36A4-2296E94559E3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2" name="标题 1">
            <a:extLst>
              <a:ext uri="{FF2B5EF4-FFF2-40B4-BE49-F238E27FC236}">
                <a16:creationId xmlns:a16="http://schemas.microsoft.com/office/drawing/2014/main" id="{6E8ABDAA-781A-55E1-2DAE-5A1C7330F558}"/>
              </a:ext>
            </a:extLst>
          </p:cNvPr>
          <p:cNvSpPr txBox="1"/>
          <p:nvPr/>
        </p:nvSpPr>
        <p:spPr>
          <a:xfrm>
            <a:off x="521342" y="2409491"/>
            <a:ext cx="4912248" cy="15675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AMD64是x86架构的64位扩展，属于复杂指令集（CISC）架构。</a:t>
            </a:r>
            <a:r>
              <a:rPr kumimoji="1" lang="en-US" altLang="zh-CN" sz="2000" dirty="0">
                <a:ln w="12700">
                  <a:noFill/>
                </a:ln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在保留x86指令集的基础上</a:t>
            </a: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，增加了64位寄存器和指令，以支持更大的内存和更高效的数据处理。
AMD64处理器能够同时兼容32位和64位应用程序，为用户提供了良好的向后兼容性。</a:t>
            </a:r>
            <a:endParaRPr kumimoji="1"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2786B2A9-2F04-10D0-440F-DCAB001A359D}"/>
              </a:ext>
            </a:extLst>
          </p:cNvPr>
          <p:cNvSpPr txBox="1"/>
          <p:nvPr/>
        </p:nvSpPr>
        <p:spPr>
          <a:xfrm>
            <a:off x="1332874" y="1896457"/>
            <a:ext cx="3009450" cy="4646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 CN Bold"/>
              </a:rPr>
              <a:t>AMD64/X86-64</a:t>
            </a:r>
            <a:endParaRPr kumimoji="1" lang="zh-CN" altLang="en-US" sz="28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标题 1">
            <a:extLst>
              <a:ext uri="{FF2B5EF4-FFF2-40B4-BE49-F238E27FC236}">
                <a16:creationId xmlns:a16="http://schemas.microsoft.com/office/drawing/2014/main" id="{D4DF52B0-8B6D-DF72-6A7B-340FC5747F38}"/>
              </a:ext>
            </a:extLst>
          </p:cNvPr>
          <p:cNvSpPr txBox="1"/>
          <p:nvPr/>
        </p:nvSpPr>
        <p:spPr>
          <a:xfrm>
            <a:off x="6632050" y="2375304"/>
            <a:ext cx="4912248" cy="15675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ARM64（也称为AArch64）是ARM架构的64位版本，采用精简指令集（RISC）设计。其指令集简洁高效，专注于通过减少指令复杂性来提高处理器的执行效率。
ARM64架构具有模块化特点，支持多种可选扩展，如浮点运算、原子操作等，可根据不同应用场景灵活配置。</a:t>
            </a:r>
            <a:endParaRPr kumimoji="1"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标题 1">
            <a:extLst>
              <a:ext uri="{FF2B5EF4-FFF2-40B4-BE49-F238E27FC236}">
                <a16:creationId xmlns:a16="http://schemas.microsoft.com/office/drawing/2014/main" id="{860799D9-5918-0D9D-1523-7992B9611466}"/>
              </a:ext>
            </a:extLst>
          </p:cNvPr>
          <p:cNvSpPr txBox="1"/>
          <p:nvPr/>
        </p:nvSpPr>
        <p:spPr>
          <a:xfrm>
            <a:off x="7492805" y="1862271"/>
            <a:ext cx="3009450" cy="4646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 CN Bold"/>
              </a:rPr>
              <a:t>ARM64</a:t>
            </a:r>
            <a:endParaRPr kumimoji="1" lang="zh-CN" altLang="en-US" sz="28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088F267-C0EC-4613-76E3-F5215C7D90D5}"/>
              </a:ext>
            </a:extLst>
          </p:cNvPr>
          <p:cNvSpPr txBox="1"/>
          <p:nvPr/>
        </p:nvSpPr>
        <p:spPr>
          <a:xfrm>
            <a:off x="1500138" y="5555903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传统服务器、计算机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3849AB0-0303-F173-228E-9B0249D925F9}"/>
              </a:ext>
            </a:extLst>
          </p:cNvPr>
          <p:cNvSpPr txBox="1"/>
          <p:nvPr/>
        </p:nvSpPr>
        <p:spPr>
          <a:xfrm>
            <a:off x="6836173" y="5555903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新型服务器、嵌入式设备、手机</a:t>
            </a:r>
          </a:p>
        </p:txBody>
      </p:sp>
    </p:spTree>
    <p:extLst>
      <p:ext uri="{BB962C8B-B14F-4D97-AF65-F5344CB8AC3E}">
        <p14:creationId xmlns:p14="http://schemas.microsoft.com/office/powerpoint/2010/main" val="577645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56C6-460A-B62A-CBC3-C434DA20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4A440-B2B3-FCEE-B26D-EC24B0E0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软件安装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1C066DC-F0D8-C2BC-2395-9275D9260A3F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BC9B551-1F91-36B8-3954-AD0E22E3ED5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4" name="标题 1">
            <a:extLst>
              <a:ext uri="{FF2B5EF4-FFF2-40B4-BE49-F238E27FC236}">
                <a16:creationId xmlns:a16="http://schemas.microsoft.com/office/drawing/2014/main" id="{AE579654-979B-FF10-2982-DFB588B43B07}"/>
              </a:ext>
            </a:extLst>
          </p:cNvPr>
          <p:cNvSpPr txBox="1"/>
          <p:nvPr/>
        </p:nvSpPr>
        <p:spPr>
          <a:xfrm>
            <a:off x="2825269" y="2509872"/>
            <a:ext cx="5863486" cy="15675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RISC-V是一种开源的精简指令集架构，设计简洁、高效且模块化。支持多种数据宽度，包括32位、64位和128位。
</a:t>
            </a:r>
            <a:r>
              <a:rPr kumimoji="1" lang="en-US" altLang="zh-CN" sz="2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RISC-V</a:t>
            </a:r>
            <a:r>
              <a:rPr kumimoji="1" lang="en-US" altLang="zh-CN" sz="2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架构的开放性允许任何公司或个人免费使用</a:t>
            </a:r>
            <a:r>
              <a:rPr kumimoji="1" lang="en-US" altLang="zh-CN" sz="2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、修改和扩展</a:t>
            </a: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，</a:t>
            </a:r>
            <a:r>
              <a:rPr kumimoji="1" lang="zh-CN" altLang="en-US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在</a:t>
            </a:r>
            <a:r>
              <a:rPr kumimoji="1" lang="en-US" altLang="zh-CN" sz="2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学术研究和工业应用中具有广泛的吸引力</a:t>
            </a: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 Han Sans"/>
              </a:rPr>
              <a:t>。</a:t>
            </a:r>
            <a:endParaRPr kumimoji="1"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标题 1">
            <a:extLst>
              <a:ext uri="{FF2B5EF4-FFF2-40B4-BE49-F238E27FC236}">
                <a16:creationId xmlns:a16="http://schemas.microsoft.com/office/drawing/2014/main" id="{A7998CA0-DC5B-9E47-86AD-13E46A171522}"/>
              </a:ext>
            </a:extLst>
          </p:cNvPr>
          <p:cNvSpPr txBox="1"/>
          <p:nvPr/>
        </p:nvSpPr>
        <p:spPr>
          <a:xfrm>
            <a:off x="4202755" y="1876426"/>
            <a:ext cx="3009450" cy="4646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RISC-V</a:t>
            </a:r>
            <a:endParaRPr kumimoji="1" lang="zh-CN" altLang="en-US" sz="2800" b="1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33EEAE-FCAB-8F77-C96B-AE569DA7AE5E}"/>
              </a:ext>
            </a:extLst>
          </p:cNvPr>
          <p:cNvSpPr txBox="1"/>
          <p:nvPr/>
        </p:nvSpPr>
        <p:spPr>
          <a:xfrm>
            <a:off x="4741349" y="544535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还没发展起来</a:t>
            </a:r>
          </a:p>
        </p:txBody>
      </p:sp>
    </p:spTree>
    <p:extLst>
      <p:ext uri="{BB962C8B-B14F-4D97-AF65-F5344CB8AC3E}">
        <p14:creationId xmlns:p14="http://schemas.microsoft.com/office/powerpoint/2010/main" val="1548870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B20BA-88FF-6BDB-C899-94E2B8B4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9CB22-EF7D-C6B7-BAB7-0F00CB23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软件安装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80FAD74-E43D-E4F6-48A0-E978F26647D1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CB71FBD-772F-583D-F191-514FCBE69331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03E5D4-5893-8C86-C7C4-50F680079618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二进制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安装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duckdb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6D00C7-9BF9-3927-7A51-E5E71D610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21" y="3597056"/>
            <a:ext cx="7772400" cy="1311714"/>
          </a:xfrm>
          <a:prstGeom prst="rect">
            <a:avLst/>
          </a:prstGeom>
        </p:spPr>
      </p:pic>
      <p:pic>
        <p:nvPicPr>
          <p:cNvPr id="10" name="图片 9" descr="徽标&#10;&#10;AI 生成的内容可能不正确。">
            <a:extLst>
              <a:ext uri="{FF2B5EF4-FFF2-40B4-BE49-F238E27FC236}">
                <a16:creationId xmlns:a16="http://schemas.microsoft.com/office/drawing/2014/main" id="{1A248889-EED9-C906-BD99-5FF8B14D2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624" y="1772895"/>
            <a:ext cx="4139916" cy="158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80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5E9A0-6F0B-6489-1A38-0A978BDB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1B7D52-1C31-628C-884E-A87096000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软件安装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CA1EED6-3039-73C3-DFF9-F3A50911741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A6820A5-3C8A-4145-5DB2-C4884C997483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D1BEDD-A56E-7526-CD58-E0B55BB91CAC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5.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编译安装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图形用户界面, 文本, 应用程序, Teams&#10;&#10;AI 生成的内容可能不正确。">
            <a:extLst>
              <a:ext uri="{FF2B5EF4-FFF2-40B4-BE49-F238E27FC236}">
                <a16:creationId xmlns:a16="http://schemas.microsoft.com/office/drawing/2014/main" id="{9AE809CD-566A-406D-6875-3BA3D450C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098" y="1876426"/>
            <a:ext cx="7772400" cy="340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46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D8AE2-5696-F4E6-1043-840A9303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F61F4-8651-CD64-0AD2-8B5D0EDC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重要概念：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编译执行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解释执行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9997800-C30F-13A4-59CC-6ED6199774D7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1578550-CBAB-9E1F-393A-2567D507BED3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F59700-D6EE-057F-A324-3965A209D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50" y="2028825"/>
            <a:ext cx="9363035" cy="410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04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3252-A1AD-A99E-0726-095D2EFD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79551-DAC2-E5B4-7A24-D3CE4EEC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重要概念：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编译执行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解释执行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98130B1-EBBB-2C20-8D9A-E0BE08682A14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8457683-7420-A535-CC88-7483EB25AB2B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B9DDFB-3EA3-B129-4FC6-66404A76B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50" y="2028825"/>
            <a:ext cx="9363035" cy="41018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138A19-AB70-42E8-7F88-55CA9B54D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91" y="1882748"/>
            <a:ext cx="11403817" cy="206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031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3D019-982A-F743-EEEB-ED997608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4BE27-1D01-F3DF-7C46-D351A75F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重要概念：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编译执行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解释执行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D0CBABE-5F2F-5C19-D6BB-9C182847177A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E69B9BB-A967-367E-3810-752FC8965532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E54CF9-6855-B0C7-2447-789D3B7D1C4D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解释器的运行方式：以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python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为例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python[3]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进入解释器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REPL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Read-Eval-Print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Loop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python[3] 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xxx.py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运行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Python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程序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1439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DAF2-D2C5-D22B-59C5-3655003C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B02E8-5B14-BEEB-FA90-CCA8606D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重要概念：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编译执行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解释执行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F64EF42-4C65-160B-C0F2-0DBAD3740DE8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A904538-B496-5442-5EC6-13B100AC2748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DC98FF-3988-FBFA-CD4E-7BAE7ED0BF69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实操：安装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javascript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运行时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Nodejs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并运行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REPL</a:t>
            </a:r>
          </a:p>
        </p:txBody>
      </p:sp>
    </p:spTree>
    <p:extLst>
      <p:ext uri="{BB962C8B-B14F-4D97-AF65-F5344CB8AC3E}">
        <p14:creationId xmlns:p14="http://schemas.microsoft.com/office/powerpoint/2010/main" val="3740026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22606-0AA4-9F64-FEC3-D3E3304DD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61CCF-6D4A-3C2A-E106-1C0BA270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重要概念：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编译执行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解释执行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528649A-1D3E-4F59-308F-5756448C49A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E528AF4-B3D0-2296-D31B-128374DED0E1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11005-2551-A3B0-387A-6585DCBA003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编译器运行方式：以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gcc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为例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gcc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x.c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-&gt;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生成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a.out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二进制可执行文件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gcc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–o xxx 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x.c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指定编译后二进制的名字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编译后的二进制可以执行，不需要解释器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如何不加路径直接执行？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2537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D671-6230-4021-292B-91E9451A4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63FAA-B11F-9C5D-88DB-113CB136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重要概念：</a:t>
            </a:r>
            <a:r>
              <a:rPr kumimoji="1" lang="zh-CN" altLang="en-US" b="1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虚拟环境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1F887B1-135E-F755-94E1-F1EC2D8B6997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7BF20AE-0A85-7D55-008D-F52CEBCBA015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D83DBC-C32D-2347-CDA3-0C71318D5636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一种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隔离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的运行环境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如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conda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venv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等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独立的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python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环境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u="sng" dirty="0">
                <a:latin typeface="SimHei" panose="02010609060101010101" pitchFamily="49" charset="-122"/>
                <a:ea typeface="SimHei" panose="02010609060101010101" pitchFamily="49" charset="-122"/>
              </a:rPr>
              <a:t>隔离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zh-CN" altLang="en-US" sz="2800" b="1" u="sng" dirty="0">
                <a:latin typeface="SimHei" panose="02010609060101010101" pitchFamily="49" charset="-122"/>
                <a:ea typeface="SimHei" panose="02010609060101010101" pitchFamily="49" charset="-122"/>
              </a:rPr>
              <a:t>独立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zh-CN" altLang="en-US" sz="2800" b="1" u="sng" dirty="0">
                <a:latin typeface="SimHei" panose="02010609060101010101" pitchFamily="49" charset="-122"/>
                <a:ea typeface="SimHei" panose="02010609060101010101" pitchFamily="49" charset="-122"/>
              </a:rPr>
              <a:t>迁移</a:t>
            </a:r>
            <a:endParaRPr lang="en-US" altLang="zh-CN" sz="2400" b="1" u="sng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编译型语言需要虚拟环境吗？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8507656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2"/>
      </a:lt2>
      <a:accent1>
        <a:srgbClr val="D73864"/>
      </a:accent1>
      <a:accent2>
        <a:srgbClr val="C62794"/>
      </a:accent2>
      <a:accent3>
        <a:srgbClr val="C738D7"/>
      </a:accent3>
      <a:accent4>
        <a:srgbClr val="7327C6"/>
      </a:accent4>
      <a:accent5>
        <a:srgbClr val="4238D7"/>
      </a:accent5>
      <a:accent6>
        <a:srgbClr val="275FC6"/>
      </a:accent6>
      <a:hlink>
        <a:srgbClr val="7158C7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4260</TotalTime>
  <Words>2912</Words>
  <Application>Microsoft Office PowerPoint</Application>
  <PresentationFormat>宽屏</PresentationFormat>
  <Paragraphs>621</Paragraphs>
  <Slides>35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6" baseType="lpstr">
      <vt:lpstr>TribuneVTI</vt:lpstr>
      <vt:lpstr>find</vt:lpstr>
      <vt:lpstr>find</vt:lpstr>
      <vt:lpstr>alias</vt:lpstr>
      <vt:lpstr>alias</vt:lpstr>
      <vt:lpstr>.bashrc</vt:lpstr>
      <vt:lpstr>.bashrc</vt:lpstr>
      <vt:lpstr>.bashrc</vt:lpstr>
      <vt:lpstr>.bashrc</vt:lpstr>
      <vt:lpstr>.bashrc全局和用户配置</vt:lpstr>
      <vt:lpstr>.bashrc搜索顺序</vt:lpstr>
      <vt:lpstr>/之下的重要路径</vt:lpstr>
      <vt:lpstr>/之下的重要路径</vt:lpstr>
      <vt:lpstr>/之下的重要路径</vt:lpstr>
      <vt:lpstr>/之下的重要路径</vt:lpstr>
      <vt:lpstr>/之下的重要路径</vt:lpstr>
      <vt:lpstr>/之下的重要路径</vt:lpstr>
      <vt:lpstr>/之下的重要路径</vt:lpstr>
      <vt:lpstr>/之下的重要路径</vt:lpstr>
      <vt:lpstr>/之下的重要路径</vt:lpstr>
      <vt:lpstr>环境路径与环境变量</vt:lpstr>
      <vt:lpstr>环境路径与环境变量</vt:lpstr>
      <vt:lpstr>软件安装</vt:lpstr>
      <vt:lpstr>软件安装</vt:lpstr>
      <vt:lpstr>软件安装</vt:lpstr>
      <vt:lpstr>软件安装</vt:lpstr>
      <vt:lpstr>软件安装</vt:lpstr>
      <vt:lpstr>软件安装</vt:lpstr>
      <vt:lpstr>软件安装</vt:lpstr>
      <vt:lpstr>软件安装</vt:lpstr>
      <vt:lpstr>重要概念：编译执行与解释执行</vt:lpstr>
      <vt:lpstr>重要概念：编译执行与解释执行</vt:lpstr>
      <vt:lpstr>重要概念：编译执行与解释执行</vt:lpstr>
      <vt:lpstr>重要概念：编译执行与解释执行</vt:lpstr>
      <vt:lpstr>重要概念：编译执行与解释执行</vt:lpstr>
      <vt:lpstr>重要概念：虚拟环境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</dc:title>
  <dc:creator>禺 刘</dc:creator>
  <cp:lastModifiedBy>禺 刘</cp:lastModifiedBy>
  <cp:revision>39</cp:revision>
  <dcterms:created xsi:type="dcterms:W3CDTF">2024-12-04T03:09:23Z</dcterms:created>
  <dcterms:modified xsi:type="dcterms:W3CDTF">2025-04-05T11:10:58Z</dcterms:modified>
</cp:coreProperties>
</file>