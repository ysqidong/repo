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sldIdLst>
    <p:sldId id="297" r:id="rId2"/>
    <p:sldId id="294" r:id="rId3"/>
    <p:sldId id="292" r:id="rId4"/>
    <p:sldId id="295" r:id="rId5"/>
    <p:sldId id="312" r:id="rId6"/>
    <p:sldId id="334" r:id="rId7"/>
    <p:sldId id="335" r:id="rId8"/>
    <p:sldId id="298" r:id="rId9"/>
    <p:sldId id="299" r:id="rId10"/>
    <p:sldId id="318" r:id="rId11"/>
    <p:sldId id="319" r:id="rId12"/>
    <p:sldId id="321" r:id="rId13"/>
    <p:sldId id="322" r:id="rId14"/>
    <p:sldId id="320" r:id="rId15"/>
    <p:sldId id="301" r:id="rId16"/>
    <p:sldId id="302" r:id="rId17"/>
    <p:sldId id="311" r:id="rId18"/>
    <p:sldId id="313" r:id="rId19"/>
    <p:sldId id="314" r:id="rId20"/>
    <p:sldId id="315" r:id="rId21"/>
    <p:sldId id="316" r:id="rId22"/>
    <p:sldId id="317" r:id="rId23"/>
    <p:sldId id="323" r:id="rId24"/>
    <p:sldId id="324" r:id="rId25"/>
    <p:sldId id="325" r:id="rId26"/>
    <p:sldId id="327" r:id="rId27"/>
    <p:sldId id="326" r:id="rId28"/>
    <p:sldId id="328" r:id="rId29"/>
    <p:sldId id="329" r:id="rId30"/>
    <p:sldId id="330" r:id="rId31"/>
    <p:sldId id="331" r:id="rId32"/>
    <p:sldId id="332" r:id="rId33"/>
    <p:sldId id="365" r:id="rId34"/>
    <p:sldId id="345" r:id="rId35"/>
    <p:sldId id="355" r:id="rId36"/>
    <p:sldId id="356" r:id="rId37"/>
    <p:sldId id="333" r:id="rId38"/>
    <p:sldId id="338" r:id="rId39"/>
    <p:sldId id="339" r:id="rId40"/>
    <p:sldId id="340" r:id="rId41"/>
    <p:sldId id="341" r:id="rId42"/>
    <p:sldId id="342" r:id="rId43"/>
    <p:sldId id="343" r:id="rId44"/>
    <p:sldId id="344" r:id="rId45"/>
    <p:sldId id="349" r:id="rId46"/>
    <p:sldId id="346" r:id="rId47"/>
    <p:sldId id="347" r:id="rId48"/>
    <p:sldId id="350" r:id="rId49"/>
    <p:sldId id="351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812"/>
    <p:restoredTop sz="95424"/>
  </p:normalViewPr>
  <p:slideViewPr>
    <p:cSldViewPr snapToGrid="0">
      <p:cViewPr varScale="1">
        <p:scale>
          <a:sx n="101" d="100"/>
          <a:sy n="10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A010A-3114-D84D-9C6B-499D723EA456}" type="datetimeFigureOut">
              <a:rPr kumimoji="1" lang="zh-CN" altLang="en-US" smtClean="0"/>
              <a:t>2025/3/18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AFFA97-679F-8F4B-81CD-CAE110370F4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17107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BCDD5-2E06-3276-6805-2ED2270C1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B84B05-F9A4-6185-22F2-B8D23EF14F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C8A42B9-06A6-70C2-43B9-141799B70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02723E-BDD7-A9E8-79EA-4AFE4FD001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AFFA97-679F-8F4B-81CD-CAE110370F4C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116246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33821-597E-4B4F-8572-5DA1CB1835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640" y="950976"/>
            <a:ext cx="6509385" cy="3556730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38D70-8FF5-47D7-A0DD-087A227BC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572000"/>
            <a:ext cx="6481953" cy="1485900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B5B485-516D-48B7-AF1D-69AEEA351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14DDB-2831-4FF8-9DA7-0449659D7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78F6-65BA-4964-80E2-DB6EA3355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9541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A45AC-24E0-45A1-90C3-7BF96C3FC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018E1-7CA3-4B5E-9683-554FDFC63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5D32D-7150-4DF2-B992-A2B4F5605D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03F0C-FCA3-464C-B6ED-864DB51E7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C41006-DAE1-4326-B1AE-FD527A653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4825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73B84-BE32-464A-A765-975C21B5C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923" y="952500"/>
            <a:ext cx="6678695" cy="3962398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0145C2-97CF-4887-904A-8ADC8052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043860" y="952501"/>
            <a:ext cx="3500440" cy="396239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524559-DA32-4398-A8EE-EED2469D6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967BE1-F1AC-4732-B52E-1C7D63DEF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13C03-DDF0-48C6-B1BF-D28875F82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03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6F411-42B3-4A17-BE7E-861BE7E7D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E0603-F4C0-40AC-A53E-40449D53D7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8640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BC5634-2887-4182-A9BE-B382357D4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7928" y="2029968"/>
            <a:ext cx="5281506" cy="41481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6B6E74-28E1-4684-B515-4265ED7B1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D375EA-A8F8-485D-A82F-CD85D4C9E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D9E4B0-F5E3-407F-A548-B616E77498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729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161A-7627-4D64-AF08-10D702AFE2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659" y="950976"/>
            <a:ext cx="10802729" cy="88179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3B6884-07D8-4CC4-BE99-516F1433BE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918" y="1832772"/>
            <a:ext cx="5281507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82C638-B5A8-4F8C-85AE-33BEAF54C0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8640" y="2600531"/>
            <a:ext cx="528150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0D1933-A703-4BDC-A697-728E899EE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927" y="1832772"/>
            <a:ext cx="5283202" cy="742638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13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925DBD-4D51-4A2D-B1E4-6D094CD1E8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927" y="2600531"/>
            <a:ext cx="52832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2636E2-E26E-42F7-9E05-3F756C7D1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F7281B-0E5C-421E-AFFE-775F57C5D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483462-E410-4DC7-AE53-27AABECF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60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ACFA68-31B5-48C5-929A-842FDF0FD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95A2600-419E-46E9-946F-FBDEDBA1D4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85F9A9-98FF-4653-A570-9F351A1AB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D44457-95F1-4B15-A647-B14F91F7A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8637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19EABA-1008-4E49-9184-3A946ECD7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5C3BD0-269D-4127-B5F7-84B0D8A74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623447-C740-4495-93EC-7252B1B92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37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D1155-71E7-4F0A-BB62-933743CF6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0" y="952500"/>
            <a:ext cx="4124084" cy="2362200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B6D44-5A1E-4176-8766-4B81E045D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0700" y="952500"/>
            <a:ext cx="5934074" cy="49085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810EC6-11DD-4B5D-A2D2-4DCF73E583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7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DFCDF-666E-4DB4-A1C0-79D40A0070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A69AC-15E6-4B19-A59D-DBDBE923D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9F0EE-74DE-4FEC-81E9-E40D53397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2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CA4F-6508-4AD6-8367-A0288D888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41" y="952500"/>
            <a:ext cx="4124084" cy="2397918"/>
          </a:xfrm>
        </p:spPr>
        <p:txBody>
          <a:bodyPr anchor="t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906BFCD-2F93-4D99-89EA-F0359FB782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2119" y="987425"/>
            <a:ext cx="602218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F4C1F7-1272-41C8-8C29-676316D02D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8641" y="3429000"/>
            <a:ext cx="4124084" cy="24399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CDD491-0FE6-4B42-AAA6-B698E46F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58F83F-4E9F-4607-A69B-DFC932560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324484-C6E4-4D8A-BDAB-09B1FBB4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5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07F1B-6F93-4E6E-8C8C-D01A9DEB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7D2968-FE85-492F-A77B-1771F4EAA8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641" y="2028826"/>
            <a:ext cx="11094348" cy="402907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92DA2-B1FB-45C6-B10C-141AC2BFB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CA6D78-CE47-4CA7-B3B6-AFAE5175F6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DC5C0-8780-4819-A8FC-32A0141D2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654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B8F9A8-05F2-4F79-B689-1FA2F3196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472612" y="952499"/>
            <a:ext cx="2207417" cy="51054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D615BC-61CD-4D59-8E85-B59072E2B2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57924" y="952499"/>
            <a:ext cx="8914688" cy="51054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81C46-8CC0-4B79-AF2E-84C86C6A8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E23C7-78A4-413A-A84B-93D4CC0A9EB1}" type="datetimeFigureOut">
              <a:rPr lang="en-US" smtClean="0"/>
              <a:t>3/18/25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76817-4D29-4888-B68C-A35F5A069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0B21A-30A9-4173-9E3F-D985B86A3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B39E08-E0E5-4B1A-8F7D-08FE7678A3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443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90E843-90BA-4A7D-8F9F-FFE49387A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639" y="950976"/>
            <a:ext cx="10995659" cy="10778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F7CA62-9B55-49B4-94B6-EAAF7D5AE0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8641" y="2028826"/>
            <a:ext cx="10995660" cy="40290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CEA03-AAFA-4A69-A3DA-1DD0EF273F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88729" y="6449535"/>
            <a:ext cx="2983095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4CDE23C7-78A4-413A-A84B-93D4CC0A9EB1}" type="datetimeFigureOut">
              <a:rPr lang="en-US" smtClean="0"/>
              <a:pPr/>
              <a:t>3/18/25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97F43-1ECB-4FC2-863E-26CEE24A00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7924" y="173776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C7F9D8-4B2E-4871-B2AE-EFC06BE231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10710" y="6449535"/>
            <a:ext cx="932279" cy="308453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CB39E08-E0E5-4B1A-8F7D-08FE7678A3B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2919E4-C488-4107-9EF1-66152F848008}"/>
              </a:ext>
            </a:extLst>
          </p:cNvPr>
          <p:cNvCxnSpPr>
            <a:cxnSpLocks/>
          </p:cNvCxnSpPr>
          <p:nvPr/>
        </p:nvCxnSpPr>
        <p:spPr>
          <a:xfrm>
            <a:off x="643467" y="678719"/>
            <a:ext cx="10905066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BF79732-4088-424C-A653-4534E4389443}"/>
              </a:ext>
            </a:extLst>
          </p:cNvPr>
          <p:cNvCxnSpPr>
            <a:cxnSpLocks/>
          </p:cNvCxnSpPr>
          <p:nvPr/>
        </p:nvCxnSpPr>
        <p:spPr>
          <a:xfrm>
            <a:off x="643467" y="6309695"/>
            <a:ext cx="10905066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1904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344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neovim/neovim/releases/tag/v0.10.4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-wolido.oss-cn-beijing.aliyuncs.com/linux_lesson/nvim-linux-arm64.appimage" TargetMode="Externa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DBADE-A0CE-EFF3-A2CC-43DCF96F3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591A4E-0D76-7262-540B-AB73791A9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shell——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提示符</a:t>
            </a:r>
          </a:p>
        </p:txBody>
      </p:sp>
      <p:pic>
        <p:nvPicPr>
          <p:cNvPr id="4" name="图片 3" descr="图形用户界面, 应用程序&#10;&#10;中度可信度描述已自动生成">
            <a:extLst>
              <a:ext uri="{FF2B5EF4-FFF2-40B4-BE49-F238E27FC236}">
                <a16:creationId xmlns:a16="http://schemas.microsoft.com/office/drawing/2014/main" id="{F1FBD66A-BE08-A2AA-5131-BA29DC2B7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6202" y="2445683"/>
            <a:ext cx="7229309" cy="1763246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A96B4281-699B-9830-EAE0-32077C7FDEC3}"/>
              </a:ext>
            </a:extLst>
          </p:cNvPr>
          <p:cNvSpPr/>
          <p:nvPr/>
        </p:nvSpPr>
        <p:spPr>
          <a:xfrm>
            <a:off x="5112327" y="2445683"/>
            <a:ext cx="443345" cy="8239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31AD51F-3DC8-841B-481F-DCAD18EF8837}"/>
              </a:ext>
            </a:extLst>
          </p:cNvPr>
          <p:cNvSpPr/>
          <p:nvPr/>
        </p:nvSpPr>
        <p:spPr>
          <a:xfrm>
            <a:off x="4378036" y="3262746"/>
            <a:ext cx="443345" cy="82399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8939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32EFE-47CE-FDD1-E06A-3A3D7EF4C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D6C5A5-6247-8676-7E4B-29E202CEE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E01485C-28F3-7122-2A68-A3C293C9A14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list</a:t>
            </a: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列举当前目录下所有的文件和子目录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ls –a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列举所有文件，包括隐藏文件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ls –h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人性化显示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–R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递归显示子目录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以长格式展示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5920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83934F-ACB0-2217-71D6-3924C7A6D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D4FCAD-9EF4-43F0-50EA-B55B7D7C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E6D241D-F6C3-57AB-49CF-4E01A3B5F90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change directory</a:t>
            </a: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更改目录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..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回到上级目录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cd ~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回到家目录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回到根目录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回到上一个目录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567099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B1A6E-CA21-5EC0-8A25-C95351AA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954336E-0C49-FF2D-8C45-C323DCF06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pwd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CA5B2DE-8753-E0A2-E052-4D47BDEF630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print working directory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打印工作路径名称，从根路径（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）开始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833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B2A39-A1B3-A41D-7BA3-C95F3FC16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AC23AA-85C7-0168-B998-E1AA4BD1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mkdir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0BEB7F1-6485-9881-345B-D219B8FDBC3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make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directory</a:t>
            </a: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创建工作路径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mkdir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dir1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dir2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dir3</a:t>
            </a: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mkdir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–p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递归创建，能够一口气创建几层路径，且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避免重复创建冲突</a:t>
            </a:r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tips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： 自动化脚本中，</a:t>
            </a:r>
            <a:r>
              <a:rPr lang="zh-CN" altLang="en-US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报错和等待输入</a:t>
            </a:r>
            <a:r>
              <a:rPr lang="zh-CN" altLang="en-US" sz="2800" b="1" dirty="0">
                <a:latin typeface="SimHei" panose="02010609060101010101" pitchFamily="49" charset="-122"/>
                <a:ea typeface="SimHei" panose="02010609060101010101" pitchFamily="49" charset="-122"/>
              </a:rPr>
              <a:t>都有可能导致脚本退出，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673267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787C8B-BFB0-0EA0-A1B2-7A5CE7D2B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49C2CB-96FA-FCE8-E296-E8CE3A020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~/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C3F2D8E1-43DD-F023-E711-4CBF3E392F74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./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当前路径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~/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家路径 普通用户为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/home/xxx  root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为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/root</a:t>
            </a:r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517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DFCDE-A91B-69B9-93B4-6F7C043FD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A2AD90-842C-63A2-8F47-67193F0303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./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../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43ADD86-9259-1020-9FBF-5EB59514C8D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./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当前路径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../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上一级工作路径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tips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 路径最后的“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”可以不写</a:t>
            </a:r>
            <a:endParaRPr lang="en-US" altLang="zh-CN" sz="26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7484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68AACB-02F5-F6FF-1348-48AFF53E2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3CC05D-B98F-1228-80C1-A55989106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echo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3B52C3F-6EA7-2A7C-7C44-032A6129640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zh-CN" altLang="e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回声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（回显）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打印值至标准输出（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stdout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echo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–e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识别转义符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echo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–E	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不自动识别转义符（默认行为）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echo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–n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不自动添加换行符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8B5660F3-EC4C-2B1D-E986-D10D729A8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687"/>
          <a:stretch/>
        </p:blipFill>
        <p:spPr>
          <a:xfrm>
            <a:off x="7528466" y="742660"/>
            <a:ext cx="4158444" cy="5429539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51AED94E-95D3-A559-DF2A-0DB4ACCAE12B}"/>
              </a:ext>
            </a:extLst>
          </p:cNvPr>
          <p:cNvSpPr/>
          <p:nvPr/>
        </p:nvSpPr>
        <p:spPr>
          <a:xfrm>
            <a:off x="8121534" y="434823"/>
            <a:ext cx="2312784" cy="728959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292056-0EE8-FE5B-296F-2BCF5A20973F}"/>
              </a:ext>
            </a:extLst>
          </p:cNvPr>
          <p:cNvSpPr/>
          <p:nvPr/>
        </p:nvSpPr>
        <p:spPr>
          <a:xfrm>
            <a:off x="8362604" y="2801875"/>
            <a:ext cx="3181694" cy="3403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8DB817A-938B-200F-C93F-C3B7758A177A}"/>
              </a:ext>
            </a:extLst>
          </p:cNvPr>
          <p:cNvSpPr/>
          <p:nvPr/>
        </p:nvSpPr>
        <p:spPr>
          <a:xfrm>
            <a:off x="9125549" y="4182723"/>
            <a:ext cx="1880501" cy="34033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86512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5BF1-914E-4879-AAA5-AA0057295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10E734-2FD3-B233-BE06-F6DA8190F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touch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C125369-1CB7-6B37-79C9-B91B00803FC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触摸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创建文件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更新时间戳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touch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不创建文件，只更新时间戳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touch –d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指定时间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395976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753FB-3227-9D7F-6FCF-E5DC82101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3DA53A-CAE1-1AF9-45EE-1745BE073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cat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1CE1828-3F16-B0CD-2BE2-C31869EB9D1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" altLang="zh-CN" sz="2800" b="1" i="0" u="none" strike="noStrike" dirty="0">
                <a:solidFill>
                  <a:srgbClr val="060607"/>
                </a:solidFill>
                <a:effectLst/>
                <a:latin typeface="-apple-system"/>
              </a:rPr>
              <a:t>concatenate</a:t>
            </a:r>
            <a:r>
              <a:rPr lang="zh-CN" altLang="en-US" sz="2400" b="1" i="0" u="none" strike="noStrike" dirty="0">
                <a:solidFill>
                  <a:srgbClr val="060607"/>
                </a:solidFill>
                <a:effectLst/>
                <a:latin typeface="-apple-system"/>
              </a:rPr>
              <a:t>（连接、合并）</a:t>
            </a:r>
            <a:endParaRPr lang="en" altLang="zh-CN" sz="2400" b="1" i="0" u="none" strike="noStrike" dirty="0">
              <a:solidFill>
                <a:srgbClr val="060607"/>
              </a:solidFill>
              <a:effectLst/>
              <a:latin typeface="-apple-system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查看或合并文件，并打印到标准输出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cat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fileA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fileB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352782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72016-1E52-43E9-C431-2B75ED380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CB0202-FBF5-057F-663D-48F06BB1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nano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749D42E-2A4F-A6A0-B356-2747111EEA53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一种编辑器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Ctrl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x  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退出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8338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0124C-6776-C4FC-310E-4BC2B5FA8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2B4BD-CDDF-1736-2680-B993A3D54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重定向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3B0433D-E550-D4F3-314D-846DD47110A3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&gt;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重定向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&gt;&gt;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追加重定向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“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指令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”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&gt;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“指令”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&lt;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00300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65D9-124A-1E11-EB73-1C50DA383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9315C0-978A-E8BC-5A2A-56367D7EB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D726AA0-3592-9A48-CAD9-4826569FC79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同时将输出发送到终端和文件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command | tee [-a]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文件名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26" name="Picture 2" descr="T型管件有哪些不同类型？ - 建志管件">
            <a:extLst>
              <a:ext uri="{FF2B5EF4-FFF2-40B4-BE49-F238E27FC236}">
                <a16:creationId xmlns:a16="http://schemas.microsoft.com/office/drawing/2014/main" id="{E4E7A6AC-B960-1929-C2FA-247466F951D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48"/>
          <a:stretch/>
        </p:blipFill>
        <p:spPr bwMode="auto">
          <a:xfrm>
            <a:off x="6096000" y="2004219"/>
            <a:ext cx="4378958" cy="38877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4" name="直线箭头连接符 3">
            <a:extLst>
              <a:ext uri="{FF2B5EF4-FFF2-40B4-BE49-F238E27FC236}">
                <a16:creationId xmlns:a16="http://schemas.microsoft.com/office/drawing/2014/main" id="{314CF4C4-F857-22D4-BF4A-5C46E90C4CF1}"/>
              </a:ext>
            </a:extLst>
          </p:cNvPr>
          <p:cNvCxnSpPr/>
          <p:nvPr/>
        </p:nvCxnSpPr>
        <p:spPr>
          <a:xfrm flipV="1">
            <a:off x="5727700" y="4686300"/>
            <a:ext cx="1943100" cy="12057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线箭头连接符 4">
            <a:extLst>
              <a:ext uri="{FF2B5EF4-FFF2-40B4-BE49-F238E27FC236}">
                <a16:creationId xmlns:a16="http://schemas.microsoft.com/office/drawing/2014/main" id="{B9D29AF0-46B6-7EAE-ABC1-AE23A19BBEB1}"/>
              </a:ext>
            </a:extLst>
          </p:cNvPr>
          <p:cNvCxnSpPr/>
          <p:nvPr/>
        </p:nvCxnSpPr>
        <p:spPr>
          <a:xfrm flipV="1">
            <a:off x="9831068" y="1984772"/>
            <a:ext cx="1943100" cy="120570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线箭头连接符 5">
            <a:extLst>
              <a:ext uri="{FF2B5EF4-FFF2-40B4-BE49-F238E27FC236}">
                <a16:creationId xmlns:a16="http://schemas.microsoft.com/office/drawing/2014/main" id="{6631F81F-AB51-6A97-C6B8-F23765F3BDB9}"/>
              </a:ext>
            </a:extLst>
          </p:cNvPr>
          <p:cNvCxnSpPr>
            <a:cxnSpLocks/>
          </p:cNvCxnSpPr>
          <p:nvPr/>
        </p:nvCxnSpPr>
        <p:spPr>
          <a:xfrm>
            <a:off x="9503408" y="4819254"/>
            <a:ext cx="971550" cy="1238646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D31F5EE-AFCC-CA18-FBAD-C8C0C9E0304C}"/>
              </a:ext>
            </a:extLst>
          </p:cNvPr>
          <p:cNvSpPr txBox="1"/>
          <p:nvPr/>
        </p:nvSpPr>
        <p:spPr>
          <a:xfrm>
            <a:off x="432438" y="4686300"/>
            <a:ext cx="43789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管道符号</a:t>
            </a:r>
            <a:endParaRPr kumimoji="1" lang="en-US" altLang="zh-CN" sz="2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kumimoji="1" lang="zh-CN" altLang="en-US" sz="2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上一个指令的输出作为下一个指令的输入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61520C5-CFA6-123C-7D87-3C76DEF94762}"/>
              </a:ext>
            </a:extLst>
          </p:cNvPr>
          <p:cNvSpPr txBox="1"/>
          <p:nvPr/>
        </p:nvSpPr>
        <p:spPr>
          <a:xfrm rot="3109275">
            <a:off x="9624834" y="4996766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标准输出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279CF0C-94FD-263E-2C28-7FD17F3324ED}"/>
              </a:ext>
            </a:extLst>
          </p:cNvPr>
          <p:cNvSpPr txBox="1"/>
          <p:nvPr/>
        </p:nvSpPr>
        <p:spPr>
          <a:xfrm rot="19632449">
            <a:off x="9951367" y="2029924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文件</a:t>
            </a:r>
          </a:p>
        </p:txBody>
      </p:sp>
      <p:cxnSp>
        <p:nvCxnSpPr>
          <p:cNvPr id="12" name="直线箭头连接符 11">
            <a:extLst>
              <a:ext uri="{FF2B5EF4-FFF2-40B4-BE49-F238E27FC236}">
                <a16:creationId xmlns:a16="http://schemas.microsoft.com/office/drawing/2014/main" id="{CCB4034B-889A-B997-6ACB-3C99B94068AF}"/>
              </a:ext>
            </a:extLst>
          </p:cNvPr>
          <p:cNvCxnSpPr>
            <a:cxnSpLocks/>
          </p:cNvCxnSpPr>
          <p:nvPr/>
        </p:nvCxnSpPr>
        <p:spPr>
          <a:xfrm flipH="1">
            <a:off x="1334651" y="3465726"/>
            <a:ext cx="1068764" cy="122057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8888BDA1-0E19-3E0B-9D50-EF7E8D9C43B7}"/>
              </a:ext>
            </a:extLst>
          </p:cNvPr>
          <p:cNvSpPr txBox="1"/>
          <p:nvPr/>
        </p:nvSpPr>
        <p:spPr>
          <a:xfrm rot="19632449">
            <a:off x="5396991" y="4704950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标准输出</a:t>
            </a:r>
          </a:p>
        </p:txBody>
      </p:sp>
    </p:spTree>
    <p:extLst>
      <p:ext uri="{BB962C8B-B14F-4D97-AF65-F5344CB8AC3E}">
        <p14:creationId xmlns:p14="http://schemas.microsoft.com/office/powerpoint/2010/main" val="2209733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7D58F-D61C-2D95-9680-F9ABF46BF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CFBFB0-8873-CA5C-AD09-B296BAC2A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head   tail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CBA3D59-32B7-F8A2-9974-CA5E05C1B71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head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查看文件开头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tail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查看文件结尾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head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–n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指定行数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tail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–n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指定行数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996453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987FC-979D-6F1B-FD35-CFF3DD865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2C9386-5BE3-176F-1D31-D8092368F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mv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B9D1678-7656-57A7-8222-2F1B94406B8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move</a:t>
            </a: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移动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/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重命名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mv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交互式，覆盖文件之前有提示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mv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–f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强制覆盖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mv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–n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不覆盖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mv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–v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详细显示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078835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1D92A-6082-22E9-27D1-8BC5C9283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F2C099-15B5-569D-0BEF-3BE4C0359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cp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1D5DA6D-DD64-C613-009B-431ED1C7708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 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copy</a:t>
            </a:r>
          </a:p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复制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粘贴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cp –r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递归复制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2415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352C8-5F24-859F-660F-B3E9AAD3B1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C0A779-2592-92BE-C453-DE88A372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2EF19B2-8577-D400-D964-F022CA35186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42CE11FF-3DFA-665B-6BF0-FA2F6A7B2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836" y="1612730"/>
            <a:ext cx="10026328" cy="4448174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C836E603-73C3-A101-6C26-D577CD6450DE}"/>
              </a:ext>
            </a:extLst>
          </p:cNvPr>
          <p:cNvSpPr/>
          <p:nvPr/>
        </p:nvSpPr>
        <p:spPr>
          <a:xfrm>
            <a:off x="982639" y="2388358"/>
            <a:ext cx="423080" cy="5186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C2962D-5F6A-12B5-EEC0-B0C568B64883}"/>
              </a:ext>
            </a:extLst>
          </p:cNvPr>
          <p:cNvSpPr/>
          <p:nvPr/>
        </p:nvSpPr>
        <p:spPr>
          <a:xfrm>
            <a:off x="871296" y="3169692"/>
            <a:ext cx="423080" cy="518616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03474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9CF61-BFC1-B015-CCEC-7722963BF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0E6BD79-8CAB-49DA-3EB6-A9094F9A64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1680E9C-B12E-0F81-B42A-BB9C4E6C0E25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118F2F6-5959-669A-D3EC-FD964BA8FE7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：普通文件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：目录</a:t>
            </a: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l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：符号链接（软链接）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-&gt; ln -s</a:t>
            </a:r>
            <a:endParaRPr lang="zh-CN" altLang="en-US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：字符设备文件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-&gt; /dev/</a:t>
            </a:r>
            <a:endParaRPr lang="zh-CN" altLang="en-US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b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：块设备文件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endParaRPr lang="zh-CN" altLang="en-US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p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：命名管道（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FIFO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-&gt; /run</a:t>
            </a:r>
            <a:endParaRPr lang="zh-CN" altLang="en-US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：套接字文件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(Socket)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097299-0D99-0DDC-7C28-789D4145BB0F}"/>
              </a:ext>
            </a:extLst>
          </p:cNvPr>
          <p:cNvSpPr txBox="1"/>
          <p:nvPr/>
        </p:nvSpPr>
        <p:spPr>
          <a:xfrm>
            <a:off x="6718300" y="5402759"/>
            <a:ext cx="526297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基本都可以视作文件</a:t>
            </a:r>
          </a:p>
        </p:txBody>
      </p:sp>
    </p:spTree>
    <p:extLst>
      <p:ext uri="{BB962C8B-B14F-4D97-AF65-F5344CB8AC3E}">
        <p14:creationId xmlns:p14="http://schemas.microsoft.com/office/powerpoint/2010/main" val="2963208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5D539-83E7-2F72-E711-77C7AC3AA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06115E-0FF7-302B-D48F-5BC798563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029C447-268B-FC65-AA41-25CB38EA087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F19FE2D0-D8DF-AB96-399D-A1E6A41AEF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81667" b="21216"/>
          <a:stretch/>
        </p:blipFill>
        <p:spPr>
          <a:xfrm>
            <a:off x="1219857" y="2028825"/>
            <a:ext cx="9653221" cy="1527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8F5B7F4D-FE27-4108-7F34-3946F1D607B3}"/>
              </a:ext>
            </a:extLst>
          </p:cNvPr>
          <p:cNvSpPr/>
          <p:nvPr/>
        </p:nvSpPr>
        <p:spPr>
          <a:xfrm>
            <a:off x="1219857" y="2028825"/>
            <a:ext cx="1028042" cy="152717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B17658-2305-A36D-E8C1-6D32DC86E7E2}"/>
              </a:ext>
            </a:extLst>
          </p:cNvPr>
          <p:cNvSpPr txBox="1"/>
          <p:nvPr/>
        </p:nvSpPr>
        <p:spPr>
          <a:xfrm>
            <a:off x="872103" y="3975107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读权限</a:t>
            </a:r>
          </a:p>
        </p:txBody>
      </p:sp>
    </p:spTree>
    <p:extLst>
      <p:ext uri="{BB962C8B-B14F-4D97-AF65-F5344CB8AC3E}">
        <p14:creationId xmlns:p14="http://schemas.microsoft.com/office/powerpoint/2010/main" val="15281532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27460-9967-1F8F-EC71-7DF0922D69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7B96C-739A-71E2-2D9A-969D4D91C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40268E7-099D-A756-6A7D-C198CFF8131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69183EE6-46B3-3253-7BA4-7EE1F8E2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81667" b="21216"/>
          <a:stretch/>
        </p:blipFill>
        <p:spPr>
          <a:xfrm>
            <a:off x="1219857" y="2028825"/>
            <a:ext cx="9653221" cy="1527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DE37202-B144-3A0A-2B3C-B8366F373BE5}"/>
              </a:ext>
            </a:extLst>
          </p:cNvPr>
          <p:cNvSpPr/>
          <p:nvPr/>
        </p:nvSpPr>
        <p:spPr>
          <a:xfrm>
            <a:off x="2312057" y="2028825"/>
            <a:ext cx="1028042" cy="1508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769FE0-EC12-A7B7-4353-62E4C3C5ADC1}"/>
              </a:ext>
            </a:extLst>
          </p:cNvPr>
          <p:cNvSpPr txBox="1"/>
          <p:nvPr/>
        </p:nvSpPr>
        <p:spPr>
          <a:xfrm>
            <a:off x="1964303" y="3956123"/>
            <a:ext cx="172354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写权限</a:t>
            </a:r>
          </a:p>
        </p:txBody>
      </p:sp>
    </p:spTree>
    <p:extLst>
      <p:ext uri="{BB962C8B-B14F-4D97-AF65-F5344CB8AC3E}">
        <p14:creationId xmlns:p14="http://schemas.microsoft.com/office/powerpoint/2010/main" val="931651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E014D-C0CA-315A-A1DF-10E6C7219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BEE13D-29CB-90A6-8688-AA40F5F91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97D92F6-7DD9-263D-72FE-C2965E032A9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8FD07E98-C457-8D0D-4C17-DC94EB660AC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81667" b="21216"/>
          <a:stretch/>
        </p:blipFill>
        <p:spPr>
          <a:xfrm>
            <a:off x="1219857" y="2028825"/>
            <a:ext cx="9653221" cy="1527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C85D0AE-621F-3271-9EA6-ED31971721D0}"/>
              </a:ext>
            </a:extLst>
          </p:cNvPr>
          <p:cNvSpPr/>
          <p:nvPr/>
        </p:nvSpPr>
        <p:spPr>
          <a:xfrm>
            <a:off x="3404257" y="2038317"/>
            <a:ext cx="1028042" cy="1508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F2DD77D-4DC0-E47F-9BF2-1F8290F5F528}"/>
              </a:ext>
            </a:extLst>
          </p:cNvPr>
          <p:cNvSpPr txBox="1"/>
          <p:nvPr/>
        </p:nvSpPr>
        <p:spPr>
          <a:xfrm>
            <a:off x="2800023" y="3948113"/>
            <a:ext cx="22365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执行权限</a:t>
            </a:r>
          </a:p>
        </p:txBody>
      </p:sp>
    </p:spTree>
    <p:extLst>
      <p:ext uri="{BB962C8B-B14F-4D97-AF65-F5344CB8AC3E}">
        <p14:creationId xmlns:p14="http://schemas.microsoft.com/office/powerpoint/2010/main" val="3564776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71C7A9-C0F2-D410-F6FA-8BBD3B9F0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E22D4-B59C-7229-F304-4EE7CDD37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7C3326C1-EDA6-3DE6-4B01-6A7EEE4E85E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4F618E52-716E-3F74-5363-D3519E186F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81667" b="21216"/>
          <a:stretch/>
        </p:blipFill>
        <p:spPr>
          <a:xfrm>
            <a:off x="1219857" y="2028825"/>
            <a:ext cx="9653221" cy="1527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A3E9AAC-051C-EE91-0C0F-8F3814BDFED0}"/>
              </a:ext>
            </a:extLst>
          </p:cNvPr>
          <p:cNvSpPr/>
          <p:nvPr/>
        </p:nvSpPr>
        <p:spPr>
          <a:xfrm>
            <a:off x="1219857" y="2038317"/>
            <a:ext cx="3212442" cy="1508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1B3807-31EA-DD5F-CA28-AF583A2C28F4}"/>
              </a:ext>
            </a:extLst>
          </p:cNvPr>
          <p:cNvSpPr txBox="1"/>
          <p:nvPr/>
        </p:nvSpPr>
        <p:spPr>
          <a:xfrm>
            <a:off x="1451342" y="3884612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用户的权限</a:t>
            </a:r>
          </a:p>
        </p:txBody>
      </p:sp>
    </p:spTree>
    <p:extLst>
      <p:ext uri="{BB962C8B-B14F-4D97-AF65-F5344CB8AC3E}">
        <p14:creationId xmlns:p14="http://schemas.microsoft.com/office/powerpoint/2010/main" val="34462060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ADB28-6AEA-7A2E-8550-273415BEF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FDE225-5907-5859-C093-1CA16C83E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4F2319F-8FF4-9168-89CA-300EBE3C6D5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9393D0A2-BE53-2B09-2F3A-A38A71CBFAC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81667" b="21216"/>
          <a:stretch/>
        </p:blipFill>
        <p:spPr>
          <a:xfrm>
            <a:off x="1219857" y="2028825"/>
            <a:ext cx="9653221" cy="1527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218FE99-AB64-AEBF-5EF0-7871644F6C47}"/>
              </a:ext>
            </a:extLst>
          </p:cNvPr>
          <p:cNvSpPr/>
          <p:nvPr/>
        </p:nvSpPr>
        <p:spPr>
          <a:xfrm>
            <a:off x="4440246" y="2051017"/>
            <a:ext cx="3212442" cy="1508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3549784-6A94-602E-1CCA-75646476ED22}"/>
              </a:ext>
            </a:extLst>
          </p:cNvPr>
          <p:cNvSpPr txBox="1"/>
          <p:nvPr/>
        </p:nvSpPr>
        <p:spPr>
          <a:xfrm>
            <a:off x="4351932" y="3925963"/>
            <a:ext cx="3389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用户组的权限</a:t>
            </a:r>
          </a:p>
        </p:txBody>
      </p:sp>
    </p:spTree>
    <p:extLst>
      <p:ext uri="{BB962C8B-B14F-4D97-AF65-F5344CB8AC3E}">
        <p14:creationId xmlns:p14="http://schemas.microsoft.com/office/powerpoint/2010/main" val="41863693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B816C-968B-F259-E890-5E4D3128E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1F6CDB-58B6-D2AE-3585-1FD9EE43E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E4994DC-0351-7B47-DAC1-9413A0E44CD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875ABAFD-11D9-AF45-30E7-C287CE2D04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81667" b="21216"/>
          <a:stretch/>
        </p:blipFill>
        <p:spPr>
          <a:xfrm>
            <a:off x="1219857" y="2028825"/>
            <a:ext cx="9653221" cy="152717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5738A12E-29CD-C1D7-B48E-91007B43A136}"/>
              </a:ext>
            </a:extLst>
          </p:cNvPr>
          <p:cNvSpPr/>
          <p:nvPr/>
        </p:nvSpPr>
        <p:spPr>
          <a:xfrm>
            <a:off x="7660636" y="2047809"/>
            <a:ext cx="3212442" cy="15081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3BF6741-4D43-E015-77FB-C25A1A24365D}"/>
              </a:ext>
            </a:extLst>
          </p:cNvPr>
          <p:cNvSpPr txBox="1"/>
          <p:nvPr/>
        </p:nvSpPr>
        <p:spPr>
          <a:xfrm>
            <a:off x="7572322" y="3884612"/>
            <a:ext cx="33890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其他人的权限</a:t>
            </a:r>
          </a:p>
        </p:txBody>
      </p:sp>
    </p:spTree>
    <p:extLst>
      <p:ext uri="{BB962C8B-B14F-4D97-AF65-F5344CB8AC3E}">
        <p14:creationId xmlns:p14="http://schemas.microsoft.com/office/powerpoint/2010/main" val="20538052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D5A8F-65EB-B1C0-937D-5BF1F8B33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CD1A0D-14C7-57B1-9FC2-98D73D7C1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35AE171-72C1-381F-C19A-7A9D6185230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42A3AA52-FAFF-C4C2-2D3B-03671F1155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92318" b="21216"/>
          <a:stretch/>
        </p:blipFill>
        <p:spPr>
          <a:xfrm>
            <a:off x="3822055" y="2047809"/>
            <a:ext cx="3311508" cy="15271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540390E-45A7-6F5B-2104-4E43F932E73B}"/>
              </a:ext>
            </a:extLst>
          </p:cNvPr>
          <p:cNvSpPr txBox="1"/>
          <p:nvPr/>
        </p:nvSpPr>
        <p:spPr>
          <a:xfrm>
            <a:off x="3986054" y="3706981"/>
            <a:ext cx="29835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63538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619AB-BA3E-7007-4275-88D53A9F1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45EB38-4AB2-3278-4F89-DCDC67E54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DE90643-A08A-DB49-0543-3DC4E19B7D5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74DAE76D-F6CD-94B0-F3EF-A950D68361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0" t="73002" r="92318" b="21216"/>
          <a:stretch/>
        </p:blipFill>
        <p:spPr>
          <a:xfrm>
            <a:off x="3822055" y="2047809"/>
            <a:ext cx="3311508" cy="15271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62D8A93C-12A9-E5A5-EEA0-3FE0A2FFB92A}"/>
              </a:ext>
            </a:extLst>
          </p:cNvPr>
          <p:cNvSpPr txBox="1"/>
          <p:nvPr/>
        </p:nvSpPr>
        <p:spPr>
          <a:xfrm>
            <a:off x="3986054" y="3706981"/>
            <a:ext cx="29835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F9BC54E4-BD15-A57A-5D09-5036C7A081F0}"/>
              </a:ext>
            </a:extLst>
          </p:cNvPr>
          <p:cNvCxnSpPr>
            <a:cxnSpLocks/>
          </p:cNvCxnSpPr>
          <p:nvPr/>
        </p:nvCxnSpPr>
        <p:spPr>
          <a:xfrm>
            <a:off x="7527263" y="4140200"/>
            <a:ext cx="122303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E1EEFEAF-A7A2-D33B-CF26-59DAC5557C2F}"/>
              </a:ext>
            </a:extLst>
          </p:cNvPr>
          <p:cNvSpPr txBox="1"/>
          <p:nvPr/>
        </p:nvSpPr>
        <p:spPr>
          <a:xfrm>
            <a:off x="9185431" y="3680162"/>
            <a:ext cx="6591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576010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CCEB3-C837-C749-EBDF-0FC304FDC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538074-2C95-EB07-C15A-1DE084919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ls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-</a:t>
            </a:r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lh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F3AFF20-10C6-EB9F-05B5-0CF1A4A29D93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3A8CEEDA-EBB4-D59E-3DBD-E6CE4A7C0B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45" t="73002" r="87150" b="21216"/>
          <a:stretch/>
        </p:blipFill>
        <p:spPr>
          <a:xfrm>
            <a:off x="3986054" y="2104315"/>
            <a:ext cx="3098799" cy="152717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3FFAD88-9FDD-3A4B-7C2B-4B61F6400729}"/>
              </a:ext>
            </a:extLst>
          </p:cNvPr>
          <p:cNvSpPr txBox="1"/>
          <p:nvPr/>
        </p:nvSpPr>
        <p:spPr>
          <a:xfrm>
            <a:off x="3986054" y="3706981"/>
            <a:ext cx="298350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</a:t>
            </a:r>
            <a:r>
              <a:rPr kumimoji="1" lang="zh-CN" altLang="en-US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   </a:t>
            </a:r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3" name="直线箭头连接符 2">
            <a:extLst>
              <a:ext uri="{FF2B5EF4-FFF2-40B4-BE49-F238E27FC236}">
                <a16:creationId xmlns:a16="http://schemas.microsoft.com/office/drawing/2014/main" id="{7CDE3DBA-6C45-9341-F38F-52C303641762}"/>
              </a:ext>
            </a:extLst>
          </p:cNvPr>
          <p:cNvCxnSpPr>
            <a:cxnSpLocks/>
          </p:cNvCxnSpPr>
          <p:nvPr/>
        </p:nvCxnSpPr>
        <p:spPr>
          <a:xfrm>
            <a:off x="7527263" y="4140200"/>
            <a:ext cx="122303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9A819F4A-ED09-FE7A-1FAC-78E8F7E98BEE}"/>
              </a:ext>
            </a:extLst>
          </p:cNvPr>
          <p:cNvSpPr txBox="1"/>
          <p:nvPr/>
        </p:nvSpPr>
        <p:spPr>
          <a:xfrm>
            <a:off x="9185431" y="3680162"/>
            <a:ext cx="6591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6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</a:t>
            </a:r>
            <a:endParaRPr kumimoji="1" lang="zh-CN" altLang="en-US" sz="6000" b="1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7227913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BA2D0-EC0F-A3D6-B547-0867BE0D9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6A911-3C8D-C68A-7C5C-CCD7F1C0A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4A8E5DF2-6299-2DEC-C406-39A4F424B916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90A5D56-7F45-149D-B08E-717D89B956B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修改权限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：用户（所有者）</a:t>
            </a: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：组（所属组）</a:t>
            </a: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o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：其他用户</a:t>
            </a: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a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：所有用户（等同于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ugo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）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84851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98536D-DC15-4C04-EE78-7B4C624E8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675510-A363-60B8-7650-023483B97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6003D50-F19E-9ACD-72F2-2FB64CF2C60B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30CE6924-8E6E-2154-06FB-037C224A861A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修改权限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+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：添加权限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：移除权限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=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：设置权限（覆盖原有权限）</a:t>
            </a: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6793611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5B05D-B689-007C-0E91-42BB15C51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4E82D7-0E4B-4162-640B-D9180DFB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B1D8EDBC-C198-38C3-B49F-CCA57956150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0BF3FAA-4CF9-CC0C-624E-8D90AA05729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修改权限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：读权限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：写权限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x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：执行权限</a:t>
            </a:r>
          </a:p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79994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CF0D8-E2DB-162C-ABA3-362AEBEEE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1CE03F-85EA-4415-F471-1C0E949D6B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02113F4C-2798-4C46-C01A-BB8123725785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158E1E7-9156-36FA-C7FD-9FC86788FB73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修改权限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chmod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u+x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file.txt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chmod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a-w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file.txt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chmod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g=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rw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file.txt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7811938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91284-DA92-1DD6-F66C-3DA347FA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3C16F-CE78-762A-D7B1-45D4E8412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E331B6C-98C8-68AF-14C2-0A6B53C05CA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16EF6F6-1CB4-F1EB-26C8-CF079AE29B5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修改权限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chmod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777 </a:t>
            </a:r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file.txt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chmod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700 directory -&gt;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路径需要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x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权限进入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tips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：给其他人权限的时候要小心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90697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7E86E2-DABA-547D-2E65-A8963573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7846E0-63A4-9202-B305-29FF57193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作业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5ABB385-0DC0-5350-406A-DF155E0414F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文本&#10;&#10;AI 生成的内容可能不正确。">
            <a:extLst>
              <a:ext uri="{FF2B5EF4-FFF2-40B4-BE49-F238E27FC236}">
                <a16:creationId xmlns:a16="http://schemas.microsoft.com/office/drawing/2014/main" id="{97338DAE-A757-7434-137C-2A7689BE2D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426" y="2028825"/>
            <a:ext cx="10423148" cy="334327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DC4DB8F-3E4F-65C9-12C7-4D687DD14B22}"/>
              </a:ext>
            </a:extLst>
          </p:cNvPr>
          <p:cNvSpPr txBox="1"/>
          <p:nvPr/>
        </p:nvSpPr>
        <p:spPr>
          <a:xfrm>
            <a:off x="3406000" y="5650504"/>
            <a:ext cx="5379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提示：</a:t>
            </a:r>
            <a:r>
              <a:rPr kumimoji="1" lang="en-US" altLang="zh-CN" sz="2800" b="1" dirty="0" err="1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chmod</a:t>
            </a:r>
            <a:r>
              <a:rPr kumimoji="1" lang="zh-CN" altLang="en-US" sz="28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后的数字是八进制</a:t>
            </a:r>
          </a:p>
        </p:txBody>
      </p:sp>
    </p:spTree>
    <p:extLst>
      <p:ext uri="{BB962C8B-B14F-4D97-AF65-F5344CB8AC3E}">
        <p14:creationId xmlns:p14="http://schemas.microsoft.com/office/powerpoint/2010/main" val="4568056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487B0D-A6B6-A203-D2B7-79C562F68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9DE42-9263-F906-6FE7-4513893EF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rm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BA2C101-6A34-F1A6-559F-C618EC9BC67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7ECC463C-5EE7-481D-7431-A98F64CABDD4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意思为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remove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rm file</a:t>
            </a: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rm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–r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directory</a:t>
            </a: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tips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：删除的时候不会有提示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34857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45144-2710-C284-9A6A-0FA0B0859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1C0647-FBB7-F211-3FDD-E3F21BB85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vscode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FDC5F8E-5F46-7BD1-7628-9EABDFD8D3AD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4BC7BC2A-6A56-A045-26FE-ED06B3550926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E1EBF80-2749-3143-3E47-542BDA98F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2" y="1666300"/>
            <a:ext cx="5130800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4895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7EA82-74FD-C4FB-5A43-630A41843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275169-7E86-DBA2-01B3-1778751B5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vscode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574E080E-DEAD-6360-F339-589F52969D64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AE15C9A5-1A38-C960-B7EB-4816672043E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97825829-46FA-55EF-FA65-9C39D0CE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2" y="1666300"/>
            <a:ext cx="5130800" cy="4229100"/>
          </a:xfrm>
          <a:prstGeom prst="rect">
            <a:avLst/>
          </a:prstGeom>
        </p:spPr>
      </p:pic>
      <p:pic>
        <p:nvPicPr>
          <p:cNvPr id="6" name="图片 5" descr="文本&#10;&#10;AI 生成的内容可能不正确。">
            <a:extLst>
              <a:ext uri="{FF2B5EF4-FFF2-40B4-BE49-F238E27FC236}">
                <a16:creationId xmlns:a16="http://schemas.microsoft.com/office/drawing/2014/main" id="{5E664446-A4E7-5957-2884-F24EC4915A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095" y="1117600"/>
            <a:ext cx="7467600" cy="462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0FA45-5DFD-44FB-FB8F-56675666F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D3B7BE-C46D-1F20-CE00-F7AEA90E7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0DF3366-DEE2-FE25-8332-2B604ED5D5DF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3DB4F89-03AF-458E-FA4E-968CF28E634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生成公钥私钥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id_rsa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-&gt;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私钥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id_rsa.pub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-&gt;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公钥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625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722A1-6389-8E2F-8816-82650BE70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9E27DC-BBC7-2DE1-9EF5-FDF0C2E01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E3709723-75D6-D1F8-74A1-7379C55B2DD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C56E3FC-5389-3FD8-152D-DD8BA42FE32E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01B99A7-8793-E46C-FFAD-E907EA6609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2689224"/>
            <a:ext cx="10970108" cy="107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305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BB1C37-3345-9C5A-EE5E-6E1E9AFAD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14C3D9-46D8-15D0-F9EA-DAB6DAE54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A647121-6574-4F13-13A7-BA5211293EE7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5720D838-6D5D-9734-F52A-AF578157131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CD1923D6-EE62-0CA1-F5B6-2B768C48D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98" y="792808"/>
            <a:ext cx="7772400" cy="543019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C4DC6E9C-7682-6D89-781B-D678A15140C7}"/>
              </a:ext>
            </a:extLst>
          </p:cNvPr>
          <p:cNvSpPr/>
          <p:nvPr/>
        </p:nvSpPr>
        <p:spPr>
          <a:xfrm>
            <a:off x="6553200" y="792809"/>
            <a:ext cx="1384300" cy="3247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21085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0C4E4-E1C3-8BBB-5789-8411AF459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C2068-1428-D4E4-A4BF-9EFF23ACA5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8ECB0FA7-56EF-EA17-C1A8-576D2B29CEE0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8A0645ED-C50A-4DA2-1A2D-6317D685DD65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43940F66-9BDF-1D9E-456D-2955C36E0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98" y="792808"/>
            <a:ext cx="7772400" cy="543019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3257A6C-F57C-6075-4648-ED5FAB4F9388}"/>
              </a:ext>
            </a:extLst>
          </p:cNvPr>
          <p:cNvSpPr/>
          <p:nvPr/>
        </p:nvSpPr>
        <p:spPr>
          <a:xfrm>
            <a:off x="4598668" y="1561630"/>
            <a:ext cx="1384300" cy="32479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28883550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979515-2B4A-77D6-65C6-F34206787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DADAD6-D9B6-891D-56CC-2FC57A979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46233FF-D009-0156-B761-C4744EFB33AC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FAF670DB-34C0-2DE3-3C2D-AB418AEEF5B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 descr="文本&#10;&#10;AI 生成的内容可能不正确。">
            <a:extLst>
              <a:ext uri="{FF2B5EF4-FFF2-40B4-BE49-F238E27FC236}">
                <a16:creationId xmlns:a16="http://schemas.microsoft.com/office/drawing/2014/main" id="{22B15D87-91BE-B833-A250-3C87735F6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4298" y="792808"/>
            <a:ext cx="7772400" cy="5430192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2F38BE88-492C-A2E2-2B26-D5D2A2D2E67C}"/>
              </a:ext>
            </a:extLst>
          </p:cNvPr>
          <p:cNvSpPr/>
          <p:nvPr/>
        </p:nvSpPr>
        <p:spPr>
          <a:xfrm>
            <a:off x="3924297" y="2610905"/>
            <a:ext cx="7678423" cy="576795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418394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3C1B-72B2-FD1B-EF50-676B70A1D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AEB9E7-A741-5BBF-B33B-44A94C86C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25031331-CB91-0994-59F4-47DC10A09A53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E427D940-BBF6-2F3A-4301-9A9375A56A8F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94BECC3-8370-E472-9985-D8B91122F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17458"/>
            <a:ext cx="11281326" cy="6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7275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2EF261-BA42-E761-2710-6D90BC70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C95620-033E-B05C-5DBE-66101333E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ssh-keygen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F255B52F-89E2-6043-9E09-30EF3BCF96C1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611186D3-7343-BE68-2B6D-4ECDCEDFEDB8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4ECC6BC-D10F-0AFD-0F69-40A3CD990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39" y="1917458"/>
            <a:ext cx="11281326" cy="629996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B01977D0-87D6-08DF-05B6-3EFA64568E93}"/>
              </a:ext>
            </a:extLst>
          </p:cNvPr>
          <p:cNvSpPr txBox="1"/>
          <p:nvPr/>
        </p:nvSpPr>
        <p:spPr>
          <a:xfrm>
            <a:off x="2356567" y="3685179"/>
            <a:ext cx="2249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SHA256</a:t>
            </a:r>
            <a:endParaRPr kumimoji="1" lang="zh-CN" altLang="en-US" sz="4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E25FA4E-F0C2-7E5E-AD6E-DF26A4484069}"/>
              </a:ext>
            </a:extLst>
          </p:cNvPr>
          <p:cNvSpPr txBox="1"/>
          <p:nvPr/>
        </p:nvSpPr>
        <p:spPr>
          <a:xfrm>
            <a:off x="2764531" y="4746127"/>
            <a:ext cx="143340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MD5</a:t>
            </a:r>
            <a:endParaRPr kumimoji="1" lang="zh-CN" altLang="en-US" sz="40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B803A56-A6F5-86F1-E7D5-DBAE676ECA5A}"/>
              </a:ext>
            </a:extLst>
          </p:cNvPr>
          <p:cNvSpPr txBox="1"/>
          <p:nvPr/>
        </p:nvSpPr>
        <p:spPr>
          <a:xfrm>
            <a:off x="6046468" y="4200027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0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哈希</a:t>
            </a:r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F86FA7A4-7893-AC95-8628-1C90F41CC153}"/>
              </a:ext>
            </a:extLst>
          </p:cNvPr>
          <p:cNvSpPr/>
          <p:nvPr/>
        </p:nvSpPr>
        <p:spPr>
          <a:xfrm>
            <a:off x="5169346" y="3914277"/>
            <a:ext cx="381000" cy="1384300"/>
          </a:xfrm>
          <a:prstGeom prst="rightBrac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F818748-08C0-0E48-9F92-8214E0A78630}"/>
              </a:ext>
            </a:extLst>
          </p:cNvPr>
          <p:cNvSpPr txBox="1"/>
          <p:nvPr/>
        </p:nvSpPr>
        <p:spPr>
          <a:xfrm>
            <a:off x="2764531" y="5530790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2000" b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有冲突风险</a:t>
            </a:r>
          </a:p>
        </p:txBody>
      </p:sp>
    </p:spTree>
    <p:extLst>
      <p:ext uri="{BB962C8B-B14F-4D97-AF65-F5344CB8AC3E}">
        <p14:creationId xmlns:p14="http://schemas.microsoft.com/office/powerpoint/2010/main" val="22944983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3BCC7-0082-FF47-F7BE-E8CEBC4B4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85C002-510A-759D-0E9C-07D1F84A1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SHA256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63D4714E-176F-57D5-E0BB-D8355A68BFD9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2B6BD8F0-2CBA-BC65-6EBD-5F2971DD944B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8A4F31A-9506-D79F-D29B-030D452761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448" y="1030224"/>
            <a:ext cx="5651500" cy="4876800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35B7B86-28E2-8F8F-FF3F-4EE2F93D63EE}"/>
              </a:ext>
            </a:extLst>
          </p:cNvPr>
          <p:cNvSpPr txBox="1"/>
          <p:nvPr/>
        </p:nvSpPr>
        <p:spPr>
          <a:xfrm>
            <a:off x="1605282" y="5907024"/>
            <a:ext cx="90542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https://</a:t>
            </a:r>
            <a:r>
              <a:rPr kumimoji="1" lang="en-US" altLang="zh-CN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github.com</a:t>
            </a:r>
            <a:r>
              <a:rPr kumimoji="1"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/</a:t>
            </a:r>
            <a:r>
              <a:rPr kumimoji="1" lang="en-US" altLang="zh-CN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neovim</a:t>
            </a:r>
            <a:r>
              <a:rPr kumimoji="1"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/</a:t>
            </a:r>
            <a:r>
              <a:rPr kumimoji="1" lang="en-US" altLang="zh-CN" sz="2400" b="1" dirty="0" err="1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neovim</a:t>
            </a:r>
            <a:r>
              <a:rPr kumimoji="1" lang="en-US" altLang="zh-CN" sz="2400" b="1" dirty="0">
                <a:latin typeface="Microsoft YaHei" panose="020B0503020204020204" pitchFamily="34" charset="-122"/>
                <a:ea typeface="Microsoft YaHei" panose="020B0503020204020204" pitchFamily="34" charset="-122"/>
                <a:hlinkClick r:id="rId3"/>
              </a:rPr>
              <a:t>/releases/tag/v0.10.4</a:t>
            </a:r>
            <a:endParaRPr kumimoji="1" lang="zh-CN" altLang="en-US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239093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01C27-FFE3-4E2D-5D9A-934027E58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1A0304-A71D-B890-5AE6-224B1559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wget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EDA1489-D862-9E84-7D1E-125C9E1E3375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D2B8D70D-65A7-9949-D39B-210B4495972C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1DC2779-0EF8-4AE2-CD5C-EE2975BAF6FC}"/>
              </a:ext>
            </a:extLst>
          </p:cNvPr>
          <p:cNvSpPr txBox="1">
            <a:spLocks/>
          </p:cNvSpPr>
          <p:nvPr/>
        </p:nvSpPr>
        <p:spPr>
          <a:xfrm>
            <a:off x="894079" y="20288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一个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GNU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项目下的下载工具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wget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-US" altLang="zh-CN" sz="28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[options] 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URL</a:t>
            </a: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wget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–P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指定路径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wget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–O </a:t>
            </a:r>
            <a:r>
              <a:rPr lang="zh-CN" altLang="en-US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命名下载文件</a:t>
            </a: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  <a:p>
            <a:r>
              <a:rPr lang="en-US" altLang="zh-CN" sz="2800" b="1" dirty="0" err="1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wget</a:t>
            </a:r>
            <a:r>
              <a:rPr lang="en-US" altLang="zh-CN" sz="2800" b="1" dirty="0">
                <a:solidFill>
                  <a:srgbClr val="060607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 </a:t>
            </a:r>
            <a:r>
              <a:rPr lang="en" altLang="zh-CN" sz="2400" dirty="0">
                <a:effectLst/>
                <a:latin typeface="Helvetica Neue" panose="02000503000000020004" pitchFamily="2" charset="0"/>
                <a:hlinkClick r:id="rId2"/>
              </a:rPr>
              <a:t>https://disc-wolido.oss-cn-beijing.aliyuncs.com/linux_lesson/nvim-linux-arm64.appimage</a:t>
            </a:r>
            <a:endParaRPr lang="en" altLang="zh-CN" sz="2400" dirty="0">
              <a:effectLst/>
              <a:latin typeface="Helvetica Neue" panose="02000503000000020004" pitchFamily="2" charset="0"/>
            </a:endParaRPr>
          </a:p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436266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02C61-0EAB-A43A-76F3-40F17BD5B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FFB44C-7247-E98E-03D8-61F25B3B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问题：如何自己构建</a:t>
            </a:r>
            <a:r>
              <a:rPr kumimoji="1" lang="en-US" altLang="zh-CN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sha256sum</a:t>
            </a:r>
            <a:endParaRPr kumimoji="1" lang="zh-CN" altLang="en-US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12F16393-56E9-C1EB-F430-F9FE00D43B48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9A67E39-FF14-A1CF-9C63-41998F9BBDB6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032919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5F8E6E-F3E2-3A08-BB09-82C24CADB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F75FC40-97EF-7AAB-5BFA-B991A6D99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使用私钥登录服务器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A71C7655-599E-1EE5-93BD-991C8C2AE5D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BF2C940-A1EA-7DB9-08B2-0ED755B03450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pic>
        <p:nvPicPr>
          <p:cNvPr id="4" name="图片 3" descr="图片包含 图标&#10;&#10;AI 生成的内容可能不正确。">
            <a:extLst>
              <a:ext uri="{FF2B5EF4-FFF2-40B4-BE49-F238E27FC236}">
                <a16:creationId xmlns:a16="http://schemas.microsoft.com/office/drawing/2014/main" id="{2ACA407A-E07C-F682-7137-F6FFD90AD8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4949" y="2462212"/>
            <a:ext cx="5365671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822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538B3-7B66-2882-5BE9-74392D6C8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84F67A-5756-1697-5B43-FEA4517B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目前进度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95C2B684-2B77-7C2A-A910-D36049C34932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905B01E2-BCFD-020C-4627-5F7FE0672C3A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83342AC-A176-5CAD-2470-B0B5F32A1529}"/>
              </a:ext>
            </a:extLst>
          </p:cNvPr>
          <p:cNvSpPr txBox="1"/>
          <p:nvPr/>
        </p:nvSpPr>
        <p:spPr>
          <a:xfrm>
            <a:off x="1242096" y="1566893"/>
            <a:ext cx="5692584" cy="4393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登录</a:t>
            </a:r>
            <a:endParaRPr kumimoji="1" lang="en-US" altLang="zh-CN" sz="4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到达路径</a:t>
            </a:r>
            <a:endParaRPr kumimoji="1" lang="en-US" altLang="zh-CN" sz="4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查看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修改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移动文件</a:t>
            </a:r>
            <a:endParaRPr kumimoji="1" lang="en-US" altLang="zh-CN" sz="4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成为</a:t>
            </a:r>
            <a:r>
              <a:rPr kumimoji="1" lang="en-US" altLang="zh-CN" sz="4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3B2F526-7963-5440-94D8-4218D5D2C2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080" y="1793760"/>
            <a:ext cx="814068" cy="7749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269ABB4-3A86-88C3-CE09-AB94D6B27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36" y="2965502"/>
            <a:ext cx="814068" cy="7749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3F7A0DD-E993-E704-2D49-794DFC51DB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36" y="3974856"/>
            <a:ext cx="814068" cy="77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62205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47E2A-003D-04F3-25B3-C02DD475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A782E4-0EDB-B97E-D6F3-5C64C727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目前进度</a:t>
            </a: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DF3B77C8-BB8E-EC35-BF24-0DD3138940AE}"/>
              </a:ext>
            </a:extLst>
          </p:cNvPr>
          <p:cNvSpPr txBox="1">
            <a:spLocks/>
          </p:cNvSpPr>
          <p:nvPr/>
        </p:nvSpPr>
        <p:spPr>
          <a:xfrm>
            <a:off x="589279" y="17240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7" name="内容占位符 2">
            <a:extLst>
              <a:ext uri="{FF2B5EF4-FFF2-40B4-BE49-F238E27FC236}">
                <a16:creationId xmlns:a16="http://schemas.microsoft.com/office/drawing/2014/main" id="{CBFC32C7-FD6B-44C2-76F9-46D7A12A9E5D}"/>
              </a:ext>
            </a:extLst>
          </p:cNvPr>
          <p:cNvSpPr txBox="1">
            <a:spLocks/>
          </p:cNvSpPr>
          <p:nvPr/>
        </p:nvSpPr>
        <p:spPr>
          <a:xfrm>
            <a:off x="741679" y="1876426"/>
            <a:ext cx="9845039" cy="44481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029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3444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800" b="1" dirty="0">
              <a:solidFill>
                <a:srgbClr val="060607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D0943D-16A7-3C52-63B0-EAFF87A0F3C2}"/>
              </a:ext>
            </a:extLst>
          </p:cNvPr>
          <p:cNvSpPr txBox="1"/>
          <p:nvPr/>
        </p:nvSpPr>
        <p:spPr>
          <a:xfrm>
            <a:off x="1242096" y="1566893"/>
            <a:ext cx="5692584" cy="439376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登录</a:t>
            </a:r>
            <a:endParaRPr kumimoji="1" lang="en-US" altLang="zh-CN" sz="4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创建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到达路径</a:t>
            </a:r>
            <a:endParaRPr kumimoji="1" lang="en-US" altLang="zh-CN" sz="4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查看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修改</a:t>
            </a:r>
            <a:r>
              <a:rPr kumimoji="1" lang="en-US" altLang="zh-CN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移动文件</a:t>
            </a:r>
            <a:endParaRPr kumimoji="1" lang="en-US" altLang="zh-CN" sz="48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成为</a:t>
            </a:r>
            <a:r>
              <a:rPr kumimoji="1" lang="en-US" altLang="zh-CN" sz="48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linux</a:t>
            </a:r>
            <a:r>
              <a:rPr kumimoji="1" lang="zh-CN" altLang="en-US" sz="48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大牛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9AC269-1FB7-45A3-A691-26C00FEC6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080" y="1793760"/>
            <a:ext cx="814068" cy="77493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1BB2B88-AE26-FA46-8D53-250017D0EE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36" y="2965502"/>
            <a:ext cx="814068" cy="77493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BEF44E6-0629-F3DD-B3C8-EE070E21A4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2636" y="3974856"/>
            <a:ext cx="814068" cy="774930"/>
          </a:xfrm>
          <a:prstGeom prst="rect">
            <a:avLst/>
          </a:prstGeom>
        </p:spPr>
      </p:pic>
      <p:pic>
        <p:nvPicPr>
          <p:cNvPr id="1026" name="Picture 2" descr="绘画中人物的细节处理技巧_手机搜狐网">
            <a:extLst>
              <a:ext uri="{FF2B5EF4-FFF2-40B4-BE49-F238E27FC236}">
                <a16:creationId xmlns:a16="http://schemas.microsoft.com/office/drawing/2014/main" id="{2DFB99B3-4D6A-A95B-92C7-78F1156B0F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4014" y="533400"/>
            <a:ext cx="3805274" cy="6315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8724133"/>
      </p:ext>
    </p:extLst>
  </p:cSld>
  <p:clrMapOvr>
    <a:masterClrMapping/>
  </p:clrMapOvr>
</p:sld>
</file>

<file path=ppt/theme/theme1.xml><?xml version="1.0" encoding="utf-8"?>
<a:theme xmlns:a="http://schemas.openxmlformats.org/drawingml/2006/main" name="TribuneVTI">
  <a:themeElements>
    <a:clrScheme name="AnalogousFromDarkSeedLeftStep">
      <a:dk1>
        <a:srgbClr val="000000"/>
      </a:dk1>
      <a:lt1>
        <a:srgbClr val="FFFFFF"/>
      </a:lt1>
      <a:dk2>
        <a:srgbClr val="1B2130"/>
      </a:dk2>
      <a:lt2>
        <a:srgbClr val="F0F3F2"/>
      </a:lt2>
      <a:accent1>
        <a:srgbClr val="D73864"/>
      </a:accent1>
      <a:accent2>
        <a:srgbClr val="C62794"/>
      </a:accent2>
      <a:accent3>
        <a:srgbClr val="C738D7"/>
      </a:accent3>
      <a:accent4>
        <a:srgbClr val="7327C6"/>
      </a:accent4>
      <a:accent5>
        <a:srgbClr val="4238D7"/>
      </a:accent5>
      <a:accent6>
        <a:srgbClr val="275FC6"/>
      </a:accent6>
      <a:hlink>
        <a:srgbClr val="7158C7"/>
      </a:hlink>
      <a:folHlink>
        <a:srgbClr val="7F7F7F"/>
      </a:folHlink>
    </a:clrScheme>
    <a:fontScheme name="Amasis-Univers">
      <a:majorFont>
        <a:latin typeface="Amasis MT Pro Medium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ribuneVTI" id="{4D84C650-59FC-4F6B-ADA6-B11C508FF6CE}" vid="{0E07EAE6-ACBC-4250-8522-FC108A45043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1494</TotalTime>
  <Words>800</Words>
  <Application>Microsoft Macintosh PowerPoint</Application>
  <PresentationFormat>宽屏</PresentationFormat>
  <Paragraphs>205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58" baseType="lpstr">
      <vt:lpstr>-apple-system</vt:lpstr>
      <vt:lpstr>等线</vt:lpstr>
      <vt:lpstr>SimHei</vt:lpstr>
      <vt:lpstr>Microsoft YaHei</vt:lpstr>
      <vt:lpstr>Amasis MT Pro Medium</vt:lpstr>
      <vt:lpstr>Arial</vt:lpstr>
      <vt:lpstr>Helvetica Neue</vt:lpstr>
      <vt:lpstr>Univers Light</vt:lpstr>
      <vt:lpstr>TribuneVTI</vt:lpstr>
      <vt:lpstr>shell——提示符</vt:lpstr>
      <vt:lpstr>ls</vt:lpstr>
      <vt:lpstr>cd</vt:lpstr>
      <vt:lpstr>pwd</vt:lpstr>
      <vt:lpstr>mkdir</vt:lpstr>
      <vt:lpstr>./ ~/</vt:lpstr>
      <vt:lpstr>./ ../</vt:lpstr>
      <vt:lpstr>echo</vt:lpstr>
      <vt:lpstr>touch</vt:lpstr>
      <vt:lpstr>cat</vt:lpstr>
      <vt:lpstr>nano</vt:lpstr>
      <vt:lpstr>重定向</vt:lpstr>
      <vt:lpstr>tee</vt:lpstr>
      <vt:lpstr>head   tail</vt:lpstr>
      <vt:lpstr>mv</vt:lpstr>
      <vt:lpstr>cp</vt:lpstr>
      <vt:lpstr>ls -lh</vt:lpstr>
      <vt:lpstr>ls -lh</vt:lpstr>
      <vt:lpstr>ls -lh</vt:lpstr>
      <vt:lpstr>ls -lh</vt:lpstr>
      <vt:lpstr>ls -lh</vt:lpstr>
      <vt:lpstr>ls -lh</vt:lpstr>
      <vt:lpstr>ls -lh</vt:lpstr>
      <vt:lpstr>ls -lh</vt:lpstr>
      <vt:lpstr>ls -lh</vt:lpstr>
      <vt:lpstr>ls -lh</vt:lpstr>
      <vt:lpstr>ls -lh</vt:lpstr>
      <vt:lpstr>chmod</vt:lpstr>
      <vt:lpstr>chmod</vt:lpstr>
      <vt:lpstr>chmod</vt:lpstr>
      <vt:lpstr>chmod</vt:lpstr>
      <vt:lpstr>chmod</vt:lpstr>
      <vt:lpstr>chmod作业</vt:lpstr>
      <vt:lpstr>rm</vt:lpstr>
      <vt:lpstr>vscode</vt:lpstr>
      <vt:lpstr>vscode</vt:lpstr>
      <vt:lpstr>ssh-keygen</vt:lpstr>
      <vt:lpstr>ssh-keygen</vt:lpstr>
      <vt:lpstr>ssh-keygen</vt:lpstr>
      <vt:lpstr>ssh-keygen</vt:lpstr>
      <vt:lpstr>ssh-keygen</vt:lpstr>
      <vt:lpstr>ssh-keygen</vt:lpstr>
      <vt:lpstr>ssh-keygen</vt:lpstr>
      <vt:lpstr>SHA256</vt:lpstr>
      <vt:lpstr>wget </vt:lpstr>
      <vt:lpstr>问题：如何自己构建sha256sum</vt:lpstr>
      <vt:lpstr>使用私钥登录服务器</vt:lpstr>
      <vt:lpstr>目前进度</vt:lpstr>
      <vt:lpstr>目前进度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禺 刘</dc:creator>
  <cp:lastModifiedBy>禺 刘</cp:lastModifiedBy>
  <cp:revision>29</cp:revision>
  <dcterms:created xsi:type="dcterms:W3CDTF">2024-12-04T03:09:23Z</dcterms:created>
  <dcterms:modified xsi:type="dcterms:W3CDTF">2025-03-18T05:09:42Z</dcterms:modified>
</cp:coreProperties>
</file>